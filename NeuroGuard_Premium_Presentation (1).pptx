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898CFA-1DBA-558B-6AF5-A2DE3F54607C}" v="16" dt="2026-04-05T00:05:05.810"/>
    <p1510:client id="{F2ACFF60-A587-4250-8563-D51FC872B19B}" v="1" dt="2026-04-05T00:07:35.8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42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8D5D8B-9B47-4171-9E7D-5FD4C662B15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C69CDA1F-74BD-45A7-BCCB-8265135B17BD}">
      <dgm:prSet/>
      <dgm:spPr/>
      <dgm:t>
        <a:bodyPr/>
        <a:lstStyle/>
        <a:p>
          <a:pPr>
            <a:defRPr cap="all"/>
          </a:pPr>
          <a:r>
            <a:rPr lang="en-US"/>
            <a:t>Task Manager shows only raw data</a:t>
          </a:r>
        </a:p>
      </dgm:t>
    </dgm:pt>
    <dgm:pt modelId="{C0C05461-A551-41BF-B82E-C448A30D7D0F}" type="parTrans" cxnId="{6C214E54-3DD9-44B7-85E8-4BA00568C999}">
      <dgm:prSet/>
      <dgm:spPr/>
      <dgm:t>
        <a:bodyPr/>
        <a:lstStyle/>
        <a:p>
          <a:endParaRPr lang="en-US"/>
        </a:p>
      </dgm:t>
    </dgm:pt>
    <dgm:pt modelId="{11C9E4D7-A7B0-4A2A-B225-670365D55619}" type="sibTrans" cxnId="{6C214E54-3DD9-44B7-85E8-4BA00568C999}">
      <dgm:prSet/>
      <dgm:spPr/>
      <dgm:t>
        <a:bodyPr/>
        <a:lstStyle/>
        <a:p>
          <a:endParaRPr lang="en-US"/>
        </a:p>
      </dgm:t>
    </dgm:pt>
    <dgm:pt modelId="{57435F01-8E5C-44E0-A83B-7C337C6C3CF8}">
      <dgm:prSet/>
      <dgm:spPr/>
      <dgm:t>
        <a:bodyPr/>
        <a:lstStyle/>
        <a:p>
          <a:pPr>
            <a:defRPr cap="all"/>
          </a:pPr>
          <a:r>
            <a:rPr lang="en-US"/>
            <a:t>No intelligent threat detection</a:t>
          </a:r>
        </a:p>
      </dgm:t>
    </dgm:pt>
    <dgm:pt modelId="{9C52A1BD-CAA0-4073-8D06-523F16F954B8}" type="parTrans" cxnId="{0C324A66-DDE2-4542-9B53-DCB5F2ACFC1B}">
      <dgm:prSet/>
      <dgm:spPr/>
      <dgm:t>
        <a:bodyPr/>
        <a:lstStyle/>
        <a:p>
          <a:endParaRPr lang="en-US"/>
        </a:p>
      </dgm:t>
    </dgm:pt>
    <dgm:pt modelId="{FE466441-FC8A-44CE-9721-F97B330BC8FF}" type="sibTrans" cxnId="{0C324A66-DDE2-4542-9B53-DCB5F2ACFC1B}">
      <dgm:prSet/>
      <dgm:spPr/>
      <dgm:t>
        <a:bodyPr/>
        <a:lstStyle/>
        <a:p>
          <a:endParaRPr lang="en-US"/>
        </a:p>
      </dgm:t>
    </dgm:pt>
    <dgm:pt modelId="{E2031BE3-24D1-4E9D-B0C0-D17C9E631F88}">
      <dgm:prSet/>
      <dgm:spPr/>
      <dgm:t>
        <a:bodyPr/>
        <a:lstStyle/>
        <a:p>
          <a:pPr>
            <a:defRPr cap="all"/>
          </a:pPr>
          <a:r>
            <a:rPr lang="en-US"/>
            <a:t>Users cannot identify hidden malware easily</a:t>
          </a:r>
        </a:p>
      </dgm:t>
    </dgm:pt>
    <dgm:pt modelId="{EB8A0263-93BF-424E-A3CF-41CC6675284C}" type="parTrans" cxnId="{E0144A47-1B90-4146-A79A-95DD99A79387}">
      <dgm:prSet/>
      <dgm:spPr/>
      <dgm:t>
        <a:bodyPr/>
        <a:lstStyle/>
        <a:p>
          <a:endParaRPr lang="en-US"/>
        </a:p>
      </dgm:t>
    </dgm:pt>
    <dgm:pt modelId="{D36AC210-EF93-431A-9989-9315D066CB6B}" type="sibTrans" cxnId="{E0144A47-1B90-4146-A79A-95DD99A79387}">
      <dgm:prSet/>
      <dgm:spPr/>
      <dgm:t>
        <a:bodyPr/>
        <a:lstStyle/>
        <a:p>
          <a:endParaRPr lang="en-US"/>
        </a:p>
      </dgm:t>
    </dgm:pt>
    <dgm:pt modelId="{469AA0E9-66A0-4666-A995-2D4882BBFB28}" type="pres">
      <dgm:prSet presAssocID="{B88D5D8B-9B47-4171-9E7D-5FD4C662B150}" presName="root" presStyleCnt="0">
        <dgm:presLayoutVars>
          <dgm:dir/>
          <dgm:resizeHandles val="exact"/>
        </dgm:presLayoutVars>
      </dgm:prSet>
      <dgm:spPr/>
    </dgm:pt>
    <dgm:pt modelId="{CB549CFC-48C1-43CC-BAF4-B433FC54B618}" type="pres">
      <dgm:prSet presAssocID="{C69CDA1F-74BD-45A7-BCCB-8265135B17BD}" presName="compNode" presStyleCnt="0"/>
      <dgm:spPr/>
    </dgm:pt>
    <dgm:pt modelId="{D1C4C73F-E87B-4402-A892-BA652B75289B}" type="pres">
      <dgm:prSet presAssocID="{C69CDA1F-74BD-45A7-BCCB-8265135B17BD}" presName="iconBgRect" presStyleLbl="bgShp" presStyleIdx="0" presStyleCnt="3"/>
      <dgm:spPr/>
    </dgm:pt>
    <dgm:pt modelId="{A2845A24-1F19-49DA-BA04-7DA44FF211D2}" type="pres">
      <dgm:prSet presAssocID="{C69CDA1F-74BD-45A7-BCCB-8265135B17B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96E7DB7D-9CB1-42A9-99B3-50396CD183FF}" type="pres">
      <dgm:prSet presAssocID="{C69CDA1F-74BD-45A7-BCCB-8265135B17BD}" presName="spaceRect" presStyleCnt="0"/>
      <dgm:spPr/>
    </dgm:pt>
    <dgm:pt modelId="{366E8C66-E855-45AA-BC7E-58BC8F8938BE}" type="pres">
      <dgm:prSet presAssocID="{C69CDA1F-74BD-45A7-BCCB-8265135B17BD}" presName="textRect" presStyleLbl="revTx" presStyleIdx="0" presStyleCnt="3">
        <dgm:presLayoutVars>
          <dgm:chMax val="1"/>
          <dgm:chPref val="1"/>
        </dgm:presLayoutVars>
      </dgm:prSet>
      <dgm:spPr/>
    </dgm:pt>
    <dgm:pt modelId="{5A8A8AD7-0D77-4938-8AB0-2BB36402EF92}" type="pres">
      <dgm:prSet presAssocID="{11C9E4D7-A7B0-4A2A-B225-670365D55619}" presName="sibTrans" presStyleCnt="0"/>
      <dgm:spPr/>
    </dgm:pt>
    <dgm:pt modelId="{473C3FF6-6E92-4385-BFE6-C52A36329229}" type="pres">
      <dgm:prSet presAssocID="{57435F01-8E5C-44E0-A83B-7C337C6C3CF8}" presName="compNode" presStyleCnt="0"/>
      <dgm:spPr/>
    </dgm:pt>
    <dgm:pt modelId="{7E208E65-4E5B-4C63-9C5A-7CFC5EF32BFC}" type="pres">
      <dgm:prSet presAssocID="{57435F01-8E5C-44E0-A83B-7C337C6C3CF8}" presName="iconBgRect" presStyleLbl="bgShp" presStyleIdx="1" presStyleCnt="3"/>
      <dgm:spPr/>
    </dgm:pt>
    <dgm:pt modelId="{6051002A-65E9-4DB7-A144-31E395A01329}" type="pres">
      <dgm:prSet presAssocID="{57435F01-8E5C-44E0-A83B-7C337C6C3CF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D5CF47CC-A41F-4AC5-8E60-99E821A5C93F}" type="pres">
      <dgm:prSet presAssocID="{57435F01-8E5C-44E0-A83B-7C337C6C3CF8}" presName="spaceRect" presStyleCnt="0"/>
      <dgm:spPr/>
    </dgm:pt>
    <dgm:pt modelId="{D8598936-7D57-40F9-BB2D-915687CFD2C6}" type="pres">
      <dgm:prSet presAssocID="{57435F01-8E5C-44E0-A83B-7C337C6C3CF8}" presName="textRect" presStyleLbl="revTx" presStyleIdx="1" presStyleCnt="3">
        <dgm:presLayoutVars>
          <dgm:chMax val="1"/>
          <dgm:chPref val="1"/>
        </dgm:presLayoutVars>
      </dgm:prSet>
      <dgm:spPr/>
    </dgm:pt>
    <dgm:pt modelId="{17EF16D4-83BA-428D-B41C-8CDBE92CBD59}" type="pres">
      <dgm:prSet presAssocID="{FE466441-FC8A-44CE-9721-F97B330BC8FF}" presName="sibTrans" presStyleCnt="0"/>
      <dgm:spPr/>
    </dgm:pt>
    <dgm:pt modelId="{2943AD53-43CB-482E-A3C2-1021743C9D3F}" type="pres">
      <dgm:prSet presAssocID="{E2031BE3-24D1-4E9D-B0C0-D17C9E631F88}" presName="compNode" presStyleCnt="0"/>
      <dgm:spPr/>
    </dgm:pt>
    <dgm:pt modelId="{D492E2F4-154D-4E05-863E-ACE510A93A0A}" type="pres">
      <dgm:prSet presAssocID="{E2031BE3-24D1-4E9D-B0C0-D17C9E631F88}" presName="iconBgRect" presStyleLbl="bgShp" presStyleIdx="2" presStyleCnt="3"/>
      <dgm:spPr/>
    </dgm:pt>
    <dgm:pt modelId="{443831F6-BE05-4AAC-90B8-9638BF8E1A18}" type="pres">
      <dgm:prSet presAssocID="{E2031BE3-24D1-4E9D-B0C0-D17C9E631F8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7BA3A6D5-16FC-46A2-B1BF-E991774CFADD}" type="pres">
      <dgm:prSet presAssocID="{E2031BE3-24D1-4E9D-B0C0-D17C9E631F88}" presName="spaceRect" presStyleCnt="0"/>
      <dgm:spPr/>
    </dgm:pt>
    <dgm:pt modelId="{B59B637F-E78A-43D5-B425-58A047A611EC}" type="pres">
      <dgm:prSet presAssocID="{E2031BE3-24D1-4E9D-B0C0-D17C9E631F8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DC29865-4429-49AE-A16D-69D0901002C5}" type="presOf" srcId="{57435F01-8E5C-44E0-A83B-7C337C6C3CF8}" destId="{D8598936-7D57-40F9-BB2D-915687CFD2C6}" srcOrd="0" destOrd="0" presId="urn:microsoft.com/office/officeart/2018/5/layout/IconCircleLabelList"/>
    <dgm:cxn modelId="{0C324A66-DDE2-4542-9B53-DCB5F2ACFC1B}" srcId="{B88D5D8B-9B47-4171-9E7D-5FD4C662B150}" destId="{57435F01-8E5C-44E0-A83B-7C337C6C3CF8}" srcOrd="1" destOrd="0" parTransId="{9C52A1BD-CAA0-4073-8D06-523F16F954B8}" sibTransId="{FE466441-FC8A-44CE-9721-F97B330BC8FF}"/>
    <dgm:cxn modelId="{E0144A47-1B90-4146-A79A-95DD99A79387}" srcId="{B88D5D8B-9B47-4171-9E7D-5FD4C662B150}" destId="{E2031BE3-24D1-4E9D-B0C0-D17C9E631F88}" srcOrd="2" destOrd="0" parTransId="{EB8A0263-93BF-424E-A3CF-41CC6675284C}" sibTransId="{D36AC210-EF93-431A-9989-9315D066CB6B}"/>
    <dgm:cxn modelId="{83FE1051-47E3-4420-815D-1406A97B43D4}" type="presOf" srcId="{B88D5D8B-9B47-4171-9E7D-5FD4C662B150}" destId="{469AA0E9-66A0-4666-A995-2D4882BBFB28}" srcOrd="0" destOrd="0" presId="urn:microsoft.com/office/officeart/2018/5/layout/IconCircleLabelList"/>
    <dgm:cxn modelId="{6C214E54-3DD9-44B7-85E8-4BA00568C999}" srcId="{B88D5D8B-9B47-4171-9E7D-5FD4C662B150}" destId="{C69CDA1F-74BD-45A7-BCCB-8265135B17BD}" srcOrd="0" destOrd="0" parTransId="{C0C05461-A551-41BF-B82E-C448A30D7D0F}" sibTransId="{11C9E4D7-A7B0-4A2A-B225-670365D55619}"/>
    <dgm:cxn modelId="{B38C36B4-8259-42FC-B40C-463349B107F1}" type="presOf" srcId="{E2031BE3-24D1-4E9D-B0C0-D17C9E631F88}" destId="{B59B637F-E78A-43D5-B425-58A047A611EC}" srcOrd="0" destOrd="0" presId="urn:microsoft.com/office/officeart/2018/5/layout/IconCircleLabelList"/>
    <dgm:cxn modelId="{818AE0D9-CE37-4E38-B702-E627D5271E7F}" type="presOf" srcId="{C69CDA1F-74BD-45A7-BCCB-8265135B17BD}" destId="{366E8C66-E855-45AA-BC7E-58BC8F8938BE}" srcOrd="0" destOrd="0" presId="urn:microsoft.com/office/officeart/2018/5/layout/IconCircleLabelList"/>
    <dgm:cxn modelId="{03CFAF51-44AB-4A8B-9716-1FE1BD5E204F}" type="presParOf" srcId="{469AA0E9-66A0-4666-A995-2D4882BBFB28}" destId="{CB549CFC-48C1-43CC-BAF4-B433FC54B618}" srcOrd="0" destOrd="0" presId="urn:microsoft.com/office/officeart/2018/5/layout/IconCircleLabelList"/>
    <dgm:cxn modelId="{C47DDCB9-147F-4EFE-8C31-BD2120095D69}" type="presParOf" srcId="{CB549CFC-48C1-43CC-BAF4-B433FC54B618}" destId="{D1C4C73F-E87B-4402-A892-BA652B75289B}" srcOrd="0" destOrd="0" presId="urn:microsoft.com/office/officeart/2018/5/layout/IconCircleLabelList"/>
    <dgm:cxn modelId="{DEAFD962-3797-4CBF-8373-BEB0DDC5A4CC}" type="presParOf" srcId="{CB549CFC-48C1-43CC-BAF4-B433FC54B618}" destId="{A2845A24-1F19-49DA-BA04-7DA44FF211D2}" srcOrd="1" destOrd="0" presId="urn:microsoft.com/office/officeart/2018/5/layout/IconCircleLabelList"/>
    <dgm:cxn modelId="{AC9A49C6-158E-4198-8FCD-C471DA275295}" type="presParOf" srcId="{CB549CFC-48C1-43CC-BAF4-B433FC54B618}" destId="{96E7DB7D-9CB1-42A9-99B3-50396CD183FF}" srcOrd="2" destOrd="0" presId="urn:microsoft.com/office/officeart/2018/5/layout/IconCircleLabelList"/>
    <dgm:cxn modelId="{7F3AB1AF-90B2-4FBA-9602-2740FCB46695}" type="presParOf" srcId="{CB549CFC-48C1-43CC-BAF4-B433FC54B618}" destId="{366E8C66-E855-45AA-BC7E-58BC8F8938BE}" srcOrd="3" destOrd="0" presId="urn:microsoft.com/office/officeart/2018/5/layout/IconCircleLabelList"/>
    <dgm:cxn modelId="{8DA770BC-4E16-4BD1-A886-496BA776A50A}" type="presParOf" srcId="{469AA0E9-66A0-4666-A995-2D4882BBFB28}" destId="{5A8A8AD7-0D77-4938-8AB0-2BB36402EF92}" srcOrd="1" destOrd="0" presId="urn:microsoft.com/office/officeart/2018/5/layout/IconCircleLabelList"/>
    <dgm:cxn modelId="{31B64498-A67E-46A9-9387-796E529D17FE}" type="presParOf" srcId="{469AA0E9-66A0-4666-A995-2D4882BBFB28}" destId="{473C3FF6-6E92-4385-BFE6-C52A36329229}" srcOrd="2" destOrd="0" presId="urn:microsoft.com/office/officeart/2018/5/layout/IconCircleLabelList"/>
    <dgm:cxn modelId="{FB2A668E-FDFB-47FD-9A3F-ECE6CC97A851}" type="presParOf" srcId="{473C3FF6-6E92-4385-BFE6-C52A36329229}" destId="{7E208E65-4E5B-4C63-9C5A-7CFC5EF32BFC}" srcOrd="0" destOrd="0" presId="urn:microsoft.com/office/officeart/2018/5/layout/IconCircleLabelList"/>
    <dgm:cxn modelId="{D2BB4170-2E54-4875-8F7D-5D43CAD3EE65}" type="presParOf" srcId="{473C3FF6-6E92-4385-BFE6-C52A36329229}" destId="{6051002A-65E9-4DB7-A144-31E395A01329}" srcOrd="1" destOrd="0" presId="urn:microsoft.com/office/officeart/2018/5/layout/IconCircleLabelList"/>
    <dgm:cxn modelId="{C734787C-4D07-4EEB-91BB-FCEAB45FF8EE}" type="presParOf" srcId="{473C3FF6-6E92-4385-BFE6-C52A36329229}" destId="{D5CF47CC-A41F-4AC5-8E60-99E821A5C93F}" srcOrd="2" destOrd="0" presId="urn:microsoft.com/office/officeart/2018/5/layout/IconCircleLabelList"/>
    <dgm:cxn modelId="{998D404A-D95C-47BA-9568-CECDF1AC8113}" type="presParOf" srcId="{473C3FF6-6E92-4385-BFE6-C52A36329229}" destId="{D8598936-7D57-40F9-BB2D-915687CFD2C6}" srcOrd="3" destOrd="0" presId="urn:microsoft.com/office/officeart/2018/5/layout/IconCircleLabelList"/>
    <dgm:cxn modelId="{DF25BDDD-E08A-4DAF-937D-D427BE022701}" type="presParOf" srcId="{469AA0E9-66A0-4666-A995-2D4882BBFB28}" destId="{17EF16D4-83BA-428D-B41C-8CDBE92CBD59}" srcOrd="3" destOrd="0" presId="urn:microsoft.com/office/officeart/2018/5/layout/IconCircleLabelList"/>
    <dgm:cxn modelId="{10847EFA-09FF-4491-913D-19F165602077}" type="presParOf" srcId="{469AA0E9-66A0-4666-A995-2D4882BBFB28}" destId="{2943AD53-43CB-482E-A3C2-1021743C9D3F}" srcOrd="4" destOrd="0" presId="urn:microsoft.com/office/officeart/2018/5/layout/IconCircleLabelList"/>
    <dgm:cxn modelId="{75392BA6-DFA7-45CA-BEC1-E85E07DAFD51}" type="presParOf" srcId="{2943AD53-43CB-482E-A3C2-1021743C9D3F}" destId="{D492E2F4-154D-4E05-863E-ACE510A93A0A}" srcOrd="0" destOrd="0" presId="urn:microsoft.com/office/officeart/2018/5/layout/IconCircleLabelList"/>
    <dgm:cxn modelId="{3939776E-1E0B-48BA-A50F-202F547DDB4F}" type="presParOf" srcId="{2943AD53-43CB-482E-A3C2-1021743C9D3F}" destId="{443831F6-BE05-4AAC-90B8-9638BF8E1A18}" srcOrd="1" destOrd="0" presId="urn:microsoft.com/office/officeart/2018/5/layout/IconCircleLabelList"/>
    <dgm:cxn modelId="{BA5B95FA-30B1-40A5-BC24-1EE7B609BE17}" type="presParOf" srcId="{2943AD53-43CB-482E-A3C2-1021743C9D3F}" destId="{7BA3A6D5-16FC-46A2-B1BF-E991774CFADD}" srcOrd="2" destOrd="0" presId="urn:microsoft.com/office/officeart/2018/5/layout/IconCircleLabelList"/>
    <dgm:cxn modelId="{50BC77A7-34A0-4DC9-8D76-4F2FE6BA4831}" type="presParOf" srcId="{2943AD53-43CB-482E-A3C2-1021743C9D3F}" destId="{B59B637F-E78A-43D5-B425-58A047A611E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A2211E9-A138-439A-B2AA-B9E97BC96D8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181D2306-D7F2-425F-A3DF-D281BEA3FEB5}">
      <dgm:prSet/>
      <dgm:spPr/>
      <dgm:t>
        <a:bodyPr/>
        <a:lstStyle/>
        <a:p>
          <a:r>
            <a:rPr lang="en-US"/>
            <a:t>NeuroGuard combines monitoring + AI</a:t>
          </a:r>
        </a:p>
      </dgm:t>
    </dgm:pt>
    <dgm:pt modelId="{5E918C50-E8B0-41BA-ADCA-012EB23CA3E4}" type="parTrans" cxnId="{493B4F9E-4340-43F2-8C42-C28FCF42B8F3}">
      <dgm:prSet/>
      <dgm:spPr/>
      <dgm:t>
        <a:bodyPr/>
        <a:lstStyle/>
        <a:p>
          <a:endParaRPr lang="en-US"/>
        </a:p>
      </dgm:t>
    </dgm:pt>
    <dgm:pt modelId="{1682D005-6A75-4B13-A338-6C858CF7FD0D}" type="sibTrans" cxnId="{493B4F9E-4340-43F2-8C42-C28FCF42B8F3}">
      <dgm:prSet/>
      <dgm:spPr/>
      <dgm:t>
        <a:bodyPr/>
        <a:lstStyle/>
        <a:p>
          <a:endParaRPr lang="en-US"/>
        </a:p>
      </dgm:t>
    </dgm:pt>
    <dgm:pt modelId="{74271964-6F1F-40FE-8B8C-7DCC8666E25B}">
      <dgm:prSet/>
      <dgm:spPr/>
      <dgm:t>
        <a:bodyPr/>
        <a:lstStyle/>
        <a:p>
          <a:r>
            <a:rPr lang="en-US"/>
            <a:t>Detects anomalies in system processes</a:t>
          </a:r>
        </a:p>
      </dgm:t>
    </dgm:pt>
    <dgm:pt modelId="{D9053E89-E5A1-4122-9976-3F234B08C102}" type="parTrans" cxnId="{DD0AAD7C-A718-451F-916A-411047A10AAA}">
      <dgm:prSet/>
      <dgm:spPr/>
      <dgm:t>
        <a:bodyPr/>
        <a:lstStyle/>
        <a:p>
          <a:endParaRPr lang="en-US"/>
        </a:p>
      </dgm:t>
    </dgm:pt>
    <dgm:pt modelId="{403953D8-942F-4D27-82FA-CCF6153FDEAF}" type="sibTrans" cxnId="{DD0AAD7C-A718-451F-916A-411047A10AAA}">
      <dgm:prSet/>
      <dgm:spPr/>
      <dgm:t>
        <a:bodyPr/>
        <a:lstStyle/>
        <a:p>
          <a:endParaRPr lang="en-US"/>
        </a:p>
      </dgm:t>
    </dgm:pt>
    <dgm:pt modelId="{68DC6EBB-F2C4-4147-8FA1-69B6068E0BAB}">
      <dgm:prSet/>
      <dgm:spPr/>
      <dgm:t>
        <a:bodyPr/>
        <a:lstStyle/>
        <a:p>
          <a:r>
            <a:rPr lang="en-US"/>
            <a:t>Provides smart insights instead of raw data</a:t>
          </a:r>
        </a:p>
      </dgm:t>
    </dgm:pt>
    <dgm:pt modelId="{BBA06A25-FDFE-43E8-916E-74F69EE5E68F}" type="parTrans" cxnId="{DF691392-7C76-45FB-836C-1D9331E768AD}">
      <dgm:prSet/>
      <dgm:spPr/>
      <dgm:t>
        <a:bodyPr/>
        <a:lstStyle/>
        <a:p>
          <a:endParaRPr lang="en-US"/>
        </a:p>
      </dgm:t>
    </dgm:pt>
    <dgm:pt modelId="{52FF742E-57D6-49CE-ADC1-5120CB4D16E1}" type="sibTrans" cxnId="{DF691392-7C76-45FB-836C-1D9331E768AD}">
      <dgm:prSet/>
      <dgm:spPr/>
      <dgm:t>
        <a:bodyPr/>
        <a:lstStyle/>
        <a:p>
          <a:endParaRPr lang="en-US"/>
        </a:p>
      </dgm:t>
    </dgm:pt>
    <dgm:pt modelId="{BADBFFBB-9A12-4713-A284-C4C0C6D2E12E}" type="pres">
      <dgm:prSet presAssocID="{EA2211E9-A138-439A-B2AA-B9E97BC96D8B}" presName="root" presStyleCnt="0">
        <dgm:presLayoutVars>
          <dgm:dir/>
          <dgm:resizeHandles val="exact"/>
        </dgm:presLayoutVars>
      </dgm:prSet>
      <dgm:spPr/>
    </dgm:pt>
    <dgm:pt modelId="{F7C88396-E851-44A9-AD43-31D78A4EE57E}" type="pres">
      <dgm:prSet presAssocID="{181D2306-D7F2-425F-A3DF-D281BEA3FEB5}" presName="compNode" presStyleCnt="0"/>
      <dgm:spPr/>
    </dgm:pt>
    <dgm:pt modelId="{B8011C7A-B3DD-4187-96A5-DB4FF4B44409}" type="pres">
      <dgm:prSet presAssocID="{181D2306-D7F2-425F-A3DF-D281BEA3FEB5}" presName="bgRect" presStyleLbl="bgShp" presStyleIdx="0" presStyleCnt="3"/>
      <dgm:spPr/>
    </dgm:pt>
    <dgm:pt modelId="{E8BAC0C5-59DD-4F1E-A8E5-8DC595A7456F}" type="pres">
      <dgm:prSet presAssocID="{181D2306-D7F2-425F-A3DF-D281BEA3FEB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0D70073-882B-4571-99E0-7207D115CC34}" type="pres">
      <dgm:prSet presAssocID="{181D2306-D7F2-425F-A3DF-D281BEA3FEB5}" presName="spaceRect" presStyleCnt="0"/>
      <dgm:spPr/>
    </dgm:pt>
    <dgm:pt modelId="{4F94A331-4B21-4B7D-A13A-44162CC93F64}" type="pres">
      <dgm:prSet presAssocID="{181D2306-D7F2-425F-A3DF-D281BEA3FEB5}" presName="parTx" presStyleLbl="revTx" presStyleIdx="0" presStyleCnt="3">
        <dgm:presLayoutVars>
          <dgm:chMax val="0"/>
          <dgm:chPref val="0"/>
        </dgm:presLayoutVars>
      </dgm:prSet>
      <dgm:spPr/>
    </dgm:pt>
    <dgm:pt modelId="{8A67A0AF-353D-4D22-8AE0-155F7E39AB99}" type="pres">
      <dgm:prSet presAssocID="{1682D005-6A75-4B13-A338-6C858CF7FD0D}" presName="sibTrans" presStyleCnt="0"/>
      <dgm:spPr/>
    </dgm:pt>
    <dgm:pt modelId="{38CC72FD-28CA-4868-A238-229A2BDFB74B}" type="pres">
      <dgm:prSet presAssocID="{74271964-6F1F-40FE-8B8C-7DCC8666E25B}" presName="compNode" presStyleCnt="0"/>
      <dgm:spPr/>
    </dgm:pt>
    <dgm:pt modelId="{272D6D90-CCB4-4BC7-9228-FBC80371580F}" type="pres">
      <dgm:prSet presAssocID="{74271964-6F1F-40FE-8B8C-7DCC8666E25B}" presName="bgRect" presStyleLbl="bgShp" presStyleIdx="1" presStyleCnt="3"/>
      <dgm:spPr/>
    </dgm:pt>
    <dgm:pt modelId="{E3068F13-2414-473B-97B9-0B4C71F56E3D}" type="pres">
      <dgm:prSet presAssocID="{74271964-6F1F-40FE-8B8C-7DCC8666E25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8C420DFC-9CD0-4150-91D7-365D43F86150}" type="pres">
      <dgm:prSet presAssocID="{74271964-6F1F-40FE-8B8C-7DCC8666E25B}" presName="spaceRect" presStyleCnt="0"/>
      <dgm:spPr/>
    </dgm:pt>
    <dgm:pt modelId="{F77A810F-04C8-40B0-88B8-6A95A22B5DEF}" type="pres">
      <dgm:prSet presAssocID="{74271964-6F1F-40FE-8B8C-7DCC8666E25B}" presName="parTx" presStyleLbl="revTx" presStyleIdx="1" presStyleCnt="3">
        <dgm:presLayoutVars>
          <dgm:chMax val="0"/>
          <dgm:chPref val="0"/>
        </dgm:presLayoutVars>
      </dgm:prSet>
      <dgm:spPr/>
    </dgm:pt>
    <dgm:pt modelId="{9BC681D7-F521-46C1-8867-1B4281C464DE}" type="pres">
      <dgm:prSet presAssocID="{403953D8-942F-4D27-82FA-CCF6153FDEAF}" presName="sibTrans" presStyleCnt="0"/>
      <dgm:spPr/>
    </dgm:pt>
    <dgm:pt modelId="{F3707D23-582C-4F5D-806D-D94710D465A6}" type="pres">
      <dgm:prSet presAssocID="{68DC6EBB-F2C4-4147-8FA1-69B6068E0BAB}" presName="compNode" presStyleCnt="0"/>
      <dgm:spPr/>
    </dgm:pt>
    <dgm:pt modelId="{CA5EA916-3E76-49D3-B151-D77477855D54}" type="pres">
      <dgm:prSet presAssocID="{68DC6EBB-F2C4-4147-8FA1-69B6068E0BAB}" presName="bgRect" presStyleLbl="bgShp" presStyleIdx="2" presStyleCnt="3"/>
      <dgm:spPr/>
    </dgm:pt>
    <dgm:pt modelId="{89AD9EC9-1B32-4CFF-A10C-DCDC53D56D85}" type="pres">
      <dgm:prSet presAssocID="{68DC6EBB-F2C4-4147-8FA1-69B6068E0BA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FE483F4B-5EDD-4FC1-B5D6-287CF3D596D0}" type="pres">
      <dgm:prSet presAssocID="{68DC6EBB-F2C4-4147-8FA1-69B6068E0BAB}" presName="spaceRect" presStyleCnt="0"/>
      <dgm:spPr/>
    </dgm:pt>
    <dgm:pt modelId="{C0DE286C-8259-4987-BA79-34FF04ABEEB6}" type="pres">
      <dgm:prSet presAssocID="{68DC6EBB-F2C4-4147-8FA1-69B6068E0BA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D78281B-F225-4C2D-8D59-4E5A9F3C57A4}" type="presOf" srcId="{181D2306-D7F2-425F-A3DF-D281BEA3FEB5}" destId="{4F94A331-4B21-4B7D-A13A-44162CC93F64}" srcOrd="0" destOrd="0" presId="urn:microsoft.com/office/officeart/2018/2/layout/IconVerticalSolidList"/>
    <dgm:cxn modelId="{73EC4A57-FF79-4859-8C10-87F232824308}" type="presOf" srcId="{74271964-6F1F-40FE-8B8C-7DCC8666E25B}" destId="{F77A810F-04C8-40B0-88B8-6A95A22B5DEF}" srcOrd="0" destOrd="0" presId="urn:microsoft.com/office/officeart/2018/2/layout/IconVerticalSolidList"/>
    <dgm:cxn modelId="{DD0AAD7C-A718-451F-916A-411047A10AAA}" srcId="{EA2211E9-A138-439A-B2AA-B9E97BC96D8B}" destId="{74271964-6F1F-40FE-8B8C-7DCC8666E25B}" srcOrd="1" destOrd="0" parTransId="{D9053E89-E5A1-4122-9976-3F234B08C102}" sibTransId="{403953D8-942F-4D27-82FA-CCF6153FDEAF}"/>
    <dgm:cxn modelId="{3DB14B8C-2B43-49A2-A36D-88F9C8F82D2C}" type="presOf" srcId="{EA2211E9-A138-439A-B2AA-B9E97BC96D8B}" destId="{BADBFFBB-9A12-4713-A284-C4C0C6D2E12E}" srcOrd="0" destOrd="0" presId="urn:microsoft.com/office/officeart/2018/2/layout/IconVerticalSolidList"/>
    <dgm:cxn modelId="{DF691392-7C76-45FB-836C-1D9331E768AD}" srcId="{EA2211E9-A138-439A-B2AA-B9E97BC96D8B}" destId="{68DC6EBB-F2C4-4147-8FA1-69B6068E0BAB}" srcOrd="2" destOrd="0" parTransId="{BBA06A25-FDFE-43E8-916E-74F69EE5E68F}" sibTransId="{52FF742E-57D6-49CE-ADC1-5120CB4D16E1}"/>
    <dgm:cxn modelId="{493B4F9E-4340-43F2-8C42-C28FCF42B8F3}" srcId="{EA2211E9-A138-439A-B2AA-B9E97BC96D8B}" destId="{181D2306-D7F2-425F-A3DF-D281BEA3FEB5}" srcOrd="0" destOrd="0" parTransId="{5E918C50-E8B0-41BA-ADCA-012EB23CA3E4}" sibTransId="{1682D005-6A75-4B13-A338-6C858CF7FD0D}"/>
    <dgm:cxn modelId="{E65D8DD2-6026-4BEA-A1CB-7CA69798795E}" type="presOf" srcId="{68DC6EBB-F2C4-4147-8FA1-69B6068E0BAB}" destId="{C0DE286C-8259-4987-BA79-34FF04ABEEB6}" srcOrd="0" destOrd="0" presId="urn:microsoft.com/office/officeart/2018/2/layout/IconVerticalSolidList"/>
    <dgm:cxn modelId="{B4FFC69F-8228-4357-80D5-524FB5712736}" type="presParOf" srcId="{BADBFFBB-9A12-4713-A284-C4C0C6D2E12E}" destId="{F7C88396-E851-44A9-AD43-31D78A4EE57E}" srcOrd="0" destOrd="0" presId="urn:microsoft.com/office/officeart/2018/2/layout/IconVerticalSolidList"/>
    <dgm:cxn modelId="{8F5D0D5D-87EB-4A43-A0C9-AF31A451D6C2}" type="presParOf" srcId="{F7C88396-E851-44A9-AD43-31D78A4EE57E}" destId="{B8011C7A-B3DD-4187-96A5-DB4FF4B44409}" srcOrd="0" destOrd="0" presId="urn:microsoft.com/office/officeart/2018/2/layout/IconVerticalSolidList"/>
    <dgm:cxn modelId="{70EB865D-E822-4B1E-9279-A21C9CEEE7FD}" type="presParOf" srcId="{F7C88396-E851-44A9-AD43-31D78A4EE57E}" destId="{E8BAC0C5-59DD-4F1E-A8E5-8DC595A7456F}" srcOrd="1" destOrd="0" presId="urn:microsoft.com/office/officeart/2018/2/layout/IconVerticalSolidList"/>
    <dgm:cxn modelId="{EE29A48E-B133-4E3E-9386-D188D8B57D6B}" type="presParOf" srcId="{F7C88396-E851-44A9-AD43-31D78A4EE57E}" destId="{30D70073-882B-4571-99E0-7207D115CC34}" srcOrd="2" destOrd="0" presId="urn:microsoft.com/office/officeart/2018/2/layout/IconVerticalSolidList"/>
    <dgm:cxn modelId="{D633324A-EF7F-4AC9-B81C-58B8BC3E5E85}" type="presParOf" srcId="{F7C88396-E851-44A9-AD43-31D78A4EE57E}" destId="{4F94A331-4B21-4B7D-A13A-44162CC93F64}" srcOrd="3" destOrd="0" presId="urn:microsoft.com/office/officeart/2018/2/layout/IconVerticalSolidList"/>
    <dgm:cxn modelId="{8CE1E86A-29D1-4B95-A454-3CA2CF1A6469}" type="presParOf" srcId="{BADBFFBB-9A12-4713-A284-C4C0C6D2E12E}" destId="{8A67A0AF-353D-4D22-8AE0-155F7E39AB99}" srcOrd="1" destOrd="0" presId="urn:microsoft.com/office/officeart/2018/2/layout/IconVerticalSolidList"/>
    <dgm:cxn modelId="{DAE63E23-914B-4CE6-833A-0B583FBF550D}" type="presParOf" srcId="{BADBFFBB-9A12-4713-A284-C4C0C6D2E12E}" destId="{38CC72FD-28CA-4868-A238-229A2BDFB74B}" srcOrd="2" destOrd="0" presId="urn:microsoft.com/office/officeart/2018/2/layout/IconVerticalSolidList"/>
    <dgm:cxn modelId="{9EA49D7F-E2B9-40CA-8043-45222D941095}" type="presParOf" srcId="{38CC72FD-28CA-4868-A238-229A2BDFB74B}" destId="{272D6D90-CCB4-4BC7-9228-FBC80371580F}" srcOrd="0" destOrd="0" presId="urn:microsoft.com/office/officeart/2018/2/layout/IconVerticalSolidList"/>
    <dgm:cxn modelId="{E12FBB29-53B7-4846-A360-43C8B1E21F86}" type="presParOf" srcId="{38CC72FD-28CA-4868-A238-229A2BDFB74B}" destId="{E3068F13-2414-473B-97B9-0B4C71F56E3D}" srcOrd="1" destOrd="0" presId="urn:microsoft.com/office/officeart/2018/2/layout/IconVerticalSolidList"/>
    <dgm:cxn modelId="{BEE7F973-ACB5-4D9C-A5EB-E3D207B845C6}" type="presParOf" srcId="{38CC72FD-28CA-4868-A238-229A2BDFB74B}" destId="{8C420DFC-9CD0-4150-91D7-365D43F86150}" srcOrd="2" destOrd="0" presId="urn:microsoft.com/office/officeart/2018/2/layout/IconVerticalSolidList"/>
    <dgm:cxn modelId="{4370AD1C-758F-4E09-B12D-A755543D18AD}" type="presParOf" srcId="{38CC72FD-28CA-4868-A238-229A2BDFB74B}" destId="{F77A810F-04C8-40B0-88B8-6A95A22B5DEF}" srcOrd="3" destOrd="0" presId="urn:microsoft.com/office/officeart/2018/2/layout/IconVerticalSolidList"/>
    <dgm:cxn modelId="{41CAB280-51CD-45E3-B750-431B5FEFCC75}" type="presParOf" srcId="{BADBFFBB-9A12-4713-A284-C4C0C6D2E12E}" destId="{9BC681D7-F521-46C1-8867-1B4281C464DE}" srcOrd="3" destOrd="0" presId="urn:microsoft.com/office/officeart/2018/2/layout/IconVerticalSolidList"/>
    <dgm:cxn modelId="{2855BAF2-C34A-4E05-9D38-F13B775725E6}" type="presParOf" srcId="{BADBFFBB-9A12-4713-A284-C4C0C6D2E12E}" destId="{F3707D23-582C-4F5D-806D-D94710D465A6}" srcOrd="4" destOrd="0" presId="urn:microsoft.com/office/officeart/2018/2/layout/IconVerticalSolidList"/>
    <dgm:cxn modelId="{B430C78A-619F-4421-BE7D-BCCF93693758}" type="presParOf" srcId="{F3707D23-582C-4F5D-806D-D94710D465A6}" destId="{CA5EA916-3E76-49D3-B151-D77477855D54}" srcOrd="0" destOrd="0" presId="urn:microsoft.com/office/officeart/2018/2/layout/IconVerticalSolidList"/>
    <dgm:cxn modelId="{50A21310-5937-4767-A23D-815961A375A1}" type="presParOf" srcId="{F3707D23-582C-4F5D-806D-D94710D465A6}" destId="{89AD9EC9-1B32-4CFF-A10C-DCDC53D56D85}" srcOrd="1" destOrd="0" presId="urn:microsoft.com/office/officeart/2018/2/layout/IconVerticalSolidList"/>
    <dgm:cxn modelId="{0AE429BA-9452-4E22-8893-8AEF8FEC8B6B}" type="presParOf" srcId="{F3707D23-582C-4F5D-806D-D94710D465A6}" destId="{FE483F4B-5EDD-4FC1-B5D6-287CF3D596D0}" srcOrd="2" destOrd="0" presId="urn:microsoft.com/office/officeart/2018/2/layout/IconVerticalSolidList"/>
    <dgm:cxn modelId="{85705F2D-80CF-4056-B4AB-7F14A40E5E71}" type="presParOf" srcId="{F3707D23-582C-4F5D-806D-D94710D465A6}" destId="{C0DE286C-8259-4987-BA79-34FF04ABEEB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D2AB8EC-2481-4FFF-BEFC-C78E17C7A57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18AAC6E-E0A6-4B3E-9BAC-FE19FC1EE364}">
      <dgm:prSet/>
      <dgm:spPr/>
      <dgm:t>
        <a:bodyPr/>
        <a:lstStyle/>
        <a:p>
          <a:pPr>
            <a:defRPr cap="all"/>
          </a:pPr>
          <a:r>
            <a:rPr lang="en-US"/>
            <a:t>Python, Streamlit</a:t>
          </a:r>
        </a:p>
      </dgm:t>
    </dgm:pt>
    <dgm:pt modelId="{89C95D48-DBA4-4CBA-B724-54B41324AC41}" type="parTrans" cxnId="{3F5D0ACF-462B-4985-932C-459763738050}">
      <dgm:prSet/>
      <dgm:spPr/>
      <dgm:t>
        <a:bodyPr/>
        <a:lstStyle/>
        <a:p>
          <a:endParaRPr lang="en-US"/>
        </a:p>
      </dgm:t>
    </dgm:pt>
    <dgm:pt modelId="{F99637D1-0AEC-42D0-9565-D9BD00741E91}" type="sibTrans" cxnId="{3F5D0ACF-462B-4985-932C-459763738050}">
      <dgm:prSet/>
      <dgm:spPr/>
      <dgm:t>
        <a:bodyPr/>
        <a:lstStyle/>
        <a:p>
          <a:endParaRPr lang="en-US"/>
        </a:p>
      </dgm:t>
    </dgm:pt>
    <dgm:pt modelId="{07EB5640-F59A-41DC-BFED-529D7C34B3B5}">
      <dgm:prSet/>
      <dgm:spPr/>
      <dgm:t>
        <a:bodyPr/>
        <a:lstStyle/>
        <a:p>
          <a:pPr>
            <a:defRPr cap="all"/>
          </a:pPr>
          <a:r>
            <a:rPr lang="en-US"/>
            <a:t>psutil (system data)</a:t>
          </a:r>
        </a:p>
      </dgm:t>
    </dgm:pt>
    <dgm:pt modelId="{784B1E91-4B7A-4113-92CA-E20653231DE4}" type="parTrans" cxnId="{A0B065E8-F6C4-4C5F-9412-C17EE849EDF8}">
      <dgm:prSet/>
      <dgm:spPr/>
      <dgm:t>
        <a:bodyPr/>
        <a:lstStyle/>
        <a:p>
          <a:endParaRPr lang="en-US"/>
        </a:p>
      </dgm:t>
    </dgm:pt>
    <dgm:pt modelId="{058E99C8-3308-4F34-8339-2FB4DCD19E7B}" type="sibTrans" cxnId="{A0B065E8-F6C4-4C5F-9412-C17EE849EDF8}">
      <dgm:prSet/>
      <dgm:spPr/>
      <dgm:t>
        <a:bodyPr/>
        <a:lstStyle/>
        <a:p>
          <a:endParaRPr lang="en-US"/>
        </a:p>
      </dgm:t>
    </dgm:pt>
    <dgm:pt modelId="{BD22BCB9-C0AA-415E-8C2F-53363E8BFA7F}">
      <dgm:prSet/>
      <dgm:spPr/>
      <dgm:t>
        <a:bodyPr/>
        <a:lstStyle/>
        <a:p>
          <a:pPr>
            <a:defRPr cap="all"/>
          </a:pPr>
          <a:r>
            <a:rPr lang="en-US"/>
            <a:t>Scikit-learn</a:t>
          </a:r>
        </a:p>
      </dgm:t>
    </dgm:pt>
    <dgm:pt modelId="{C81BAFFB-57DA-40A8-9AD1-74CBC5272F1B}" type="parTrans" cxnId="{4C3CC211-BF5E-46F4-84F3-4C1CAE1F7D34}">
      <dgm:prSet/>
      <dgm:spPr/>
      <dgm:t>
        <a:bodyPr/>
        <a:lstStyle/>
        <a:p>
          <a:endParaRPr lang="en-US"/>
        </a:p>
      </dgm:t>
    </dgm:pt>
    <dgm:pt modelId="{6D6B1582-7231-46EA-B268-93720F01ED34}" type="sibTrans" cxnId="{4C3CC211-BF5E-46F4-84F3-4C1CAE1F7D34}">
      <dgm:prSet/>
      <dgm:spPr/>
      <dgm:t>
        <a:bodyPr/>
        <a:lstStyle/>
        <a:p>
          <a:endParaRPr lang="en-US"/>
        </a:p>
      </dgm:t>
    </dgm:pt>
    <dgm:pt modelId="{D35F9AFF-BA0E-4CDE-BF32-47F8A0FB1CE8}">
      <dgm:prSet/>
      <dgm:spPr/>
      <dgm:t>
        <a:bodyPr/>
        <a:lstStyle/>
        <a:p>
          <a:pPr>
            <a:defRPr cap="all"/>
          </a:pPr>
          <a:r>
            <a:rPr lang="en-US"/>
            <a:t>Isolation Forest (ML Model)</a:t>
          </a:r>
        </a:p>
      </dgm:t>
    </dgm:pt>
    <dgm:pt modelId="{B0A7F06C-8AB5-4C16-9FE7-1DF792F2FC0D}" type="parTrans" cxnId="{A05A99CD-2D3F-431F-BA93-9708F17211BF}">
      <dgm:prSet/>
      <dgm:spPr/>
      <dgm:t>
        <a:bodyPr/>
        <a:lstStyle/>
        <a:p>
          <a:endParaRPr lang="en-US"/>
        </a:p>
      </dgm:t>
    </dgm:pt>
    <dgm:pt modelId="{FD34619A-40EF-449C-8FD0-9BB8DD3A0BF3}" type="sibTrans" cxnId="{A05A99CD-2D3F-431F-BA93-9708F17211BF}">
      <dgm:prSet/>
      <dgm:spPr/>
      <dgm:t>
        <a:bodyPr/>
        <a:lstStyle/>
        <a:p>
          <a:endParaRPr lang="en-US"/>
        </a:p>
      </dgm:t>
    </dgm:pt>
    <dgm:pt modelId="{5882762B-6CC1-4D81-948A-6DEFEEBDFFD1}" type="pres">
      <dgm:prSet presAssocID="{DD2AB8EC-2481-4FFF-BEFC-C78E17C7A578}" presName="root" presStyleCnt="0">
        <dgm:presLayoutVars>
          <dgm:dir/>
          <dgm:resizeHandles val="exact"/>
        </dgm:presLayoutVars>
      </dgm:prSet>
      <dgm:spPr/>
    </dgm:pt>
    <dgm:pt modelId="{C1FE5207-22B8-4391-A3FA-76A43BCE2FAA}" type="pres">
      <dgm:prSet presAssocID="{B18AAC6E-E0A6-4B3E-9BAC-FE19FC1EE364}" presName="compNode" presStyleCnt="0"/>
      <dgm:spPr/>
    </dgm:pt>
    <dgm:pt modelId="{3EBD249E-D5E9-4D1F-8F7B-580DEC4D478E}" type="pres">
      <dgm:prSet presAssocID="{B18AAC6E-E0A6-4B3E-9BAC-FE19FC1EE364}" presName="iconBgRect" presStyleLbl="bgShp" presStyleIdx="0" presStyleCnt="4"/>
      <dgm:spPr/>
    </dgm:pt>
    <dgm:pt modelId="{D43FA272-F750-4C49-B7B8-AA6A8583A500}" type="pres">
      <dgm:prSet presAssocID="{B18AAC6E-E0A6-4B3E-9BAC-FE19FC1EE36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9D87DDF5-E860-42C8-940B-8D18ACB9F170}" type="pres">
      <dgm:prSet presAssocID="{B18AAC6E-E0A6-4B3E-9BAC-FE19FC1EE364}" presName="spaceRect" presStyleCnt="0"/>
      <dgm:spPr/>
    </dgm:pt>
    <dgm:pt modelId="{CCD87E43-1D72-45B8-8721-FDEA757499D7}" type="pres">
      <dgm:prSet presAssocID="{B18AAC6E-E0A6-4B3E-9BAC-FE19FC1EE364}" presName="textRect" presStyleLbl="revTx" presStyleIdx="0" presStyleCnt="4">
        <dgm:presLayoutVars>
          <dgm:chMax val="1"/>
          <dgm:chPref val="1"/>
        </dgm:presLayoutVars>
      </dgm:prSet>
      <dgm:spPr/>
    </dgm:pt>
    <dgm:pt modelId="{6B471FFE-3DE9-4624-8962-1BB104CD82FB}" type="pres">
      <dgm:prSet presAssocID="{F99637D1-0AEC-42D0-9565-D9BD00741E91}" presName="sibTrans" presStyleCnt="0"/>
      <dgm:spPr/>
    </dgm:pt>
    <dgm:pt modelId="{0CFA05EF-EE04-4CE7-A7CE-811164A2A5FF}" type="pres">
      <dgm:prSet presAssocID="{07EB5640-F59A-41DC-BFED-529D7C34B3B5}" presName="compNode" presStyleCnt="0"/>
      <dgm:spPr/>
    </dgm:pt>
    <dgm:pt modelId="{0E36DBD4-8402-4F14-AE8F-BBBD42D7E0EE}" type="pres">
      <dgm:prSet presAssocID="{07EB5640-F59A-41DC-BFED-529D7C34B3B5}" presName="iconBgRect" presStyleLbl="bgShp" presStyleIdx="1" presStyleCnt="4"/>
      <dgm:spPr/>
    </dgm:pt>
    <dgm:pt modelId="{5CAF6722-C545-40C1-A999-47897C934943}" type="pres">
      <dgm:prSet presAssocID="{07EB5640-F59A-41DC-BFED-529D7C34B3B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1E8C972A-38EA-46A5-B38A-084D328DF10C}" type="pres">
      <dgm:prSet presAssocID="{07EB5640-F59A-41DC-BFED-529D7C34B3B5}" presName="spaceRect" presStyleCnt="0"/>
      <dgm:spPr/>
    </dgm:pt>
    <dgm:pt modelId="{6E481A98-F153-4F20-A751-27A88050146B}" type="pres">
      <dgm:prSet presAssocID="{07EB5640-F59A-41DC-BFED-529D7C34B3B5}" presName="textRect" presStyleLbl="revTx" presStyleIdx="1" presStyleCnt="4">
        <dgm:presLayoutVars>
          <dgm:chMax val="1"/>
          <dgm:chPref val="1"/>
        </dgm:presLayoutVars>
      </dgm:prSet>
      <dgm:spPr/>
    </dgm:pt>
    <dgm:pt modelId="{149E3A4C-7A20-4EC1-A254-716AFABEFCBF}" type="pres">
      <dgm:prSet presAssocID="{058E99C8-3308-4F34-8339-2FB4DCD19E7B}" presName="sibTrans" presStyleCnt="0"/>
      <dgm:spPr/>
    </dgm:pt>
    <dgm:pt modelId="{BFD0B4D8-ED5A-4923-9FBB-573461BBC52A}" type="pres">
      <dgm:prSet presAssocID="{BD22BCB9-C0AA-415E-8C2F-53363E8BFA7F}" presName="compNode" presStyleCnt="0"/>
      <dgm:spPr/>
    </dgm:pt>
    <dgm:pt modelId="{F5857D41-5FD1-4A5A-9D53-9C429C40A790}" type="pres">
      <dgm:prSet presAssocID="{BD22BCB9-C0AA-415E-8C2F-53363E8BFA7F}" presName="iconBgRect" presStyleLbl="bgShp" presStyleIdx="2" presStyleCnt="4"/>
      <dgm:spPr/>
    </dgm:pt>
    <dgm:pt modelId="{191D6918-13ED-4E07-B4F5-6D17E7FD34BF}" type="pres">
      <dgm:prSet presAssocID="{BD22BCB9-C0AA-415E-8C2F-53363E8BFA7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EF1D032D-F09A-4D2B-A66B-9DBE3529173B}" type="pres">
      <dgm:prSet presAssocID="{BD22BCB9-C0AA-415E-8C2F-53363E8BFA7F}" presName="spaceRect" presStyleCnt="0"/>
      <dgm:spPr/>
    </dgm:pt>
    <dgm:pt modelId="{F57B75EA-E851-4FD9-9287-1B4353154898}" type="pres">
      <dgm:prSet presAssocID="{BD22BCB9-C0AA-415E-8C2F-53363E8BFA7F}" presName="textRect" presStyleLbl="revTx" presStyleIdx="2" presStyleCnt="4">
        <dgm:presLayoutVars>
          <dgm:chMax val="1"/>
          <dgm:chPref val="1"/>
        </dgm:presLayoutVars>
      </dgm:prSet>
      <dgm:spPr/>
    </dgm:pt>
    <dgm:pt modelId="{180C44EB-8EBC-49F8-939F-75A732D77200}" type="pres">
      <dgm:prSet presAssocID="{6D6B1582-7231-46EA-B268-93720F01ED34}" presName="sibTrans" presStyleCnt="0"/>
      <dgm:spPr/>
    </dgm:pt>
    <dgm:pt modelId="{A57E8103-25B4-485A-BF5D-4C8863D0697D}" type="pres">
      <dgm:prSet presAssocID="{D35F9AFF-BA0E-4CDE-BF32-47F8A0FB1CE8}" presName="compNode" presStyleCnt="0"/>
      <dgm:spPr/>
    </dgm:pt>
    <dgm:pt modelId="{349356DC-3279-4D54-A9F9-A5FEEF6A7E02}" type="pres">
      <dgm:prSet presAssocID="{D35F9AFF-BA0E-4CDE-BF32-47F8A0FB1CE8}" presName="iconBgRect" presStyleLbl="bgShp" presStyleIdx="3" presStyleCnt="4"/>
      <dgm:spPr/>
    </dgm:pt>
    <dgm:pt modelId="{31525598-2186-4C90-921C-C7F15334C03E}" type="pres">
      <dgm:prSet presAssocID="{D35F9AFF-BA0E-4CDE-BF32-47F8A0FB1CE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5EDCDD2-67F4-495D-942D-968CD3D3E93F}" type="pres">
      <dgm:prSet presAssocID="{D35F9AFF-BA0E-4CDE-BF32-47F8A0FB1CE8}" presName="spaceRect" presStyleCnt="0"/>
      <dgm:spPr/>
    </dgm:pt>
    <dgm:pt modelId="{6B32E688-3C86-4DA3-82F0-F438112EE9ED}" type="pres">
      <dgm:prSet presAssocID="{D35F9AFF-BA0E-4CDE-BF32-47F8A0FB1CE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C3CC211-BF5E-46F4-84F3-4C1CAE1F7D34}" srcId="{DD2AB8EC-2481-4FFF-BEFC-C78E17C7A578}" destId="{BD22BCB9-C0AA-415E-8C2F-53363E8BFA7F}" srcOrd="2" destOrd="0" parTransId="{C81BAFFB-57DA-40A8-9AD1-74CBC5272F1B}" sibTransId="{6D6B1582-7231-46EA-B268-93720F01ED34}"/>
    <dgm:cxn modelId="{A7170639-B5C8-45C6-AB65-DDA7B1474C14}" type="presOf" srcId="{DD2AB8EC-2481-4FFF-BEFC-C78E17C7A578}" destId="{5882762B-6CC1-4D81-948A-6DEFEEBDFFD1}" srcOrd="0" destOrd="0" presId="urn:microsoft.com/office/officeart/2018/5/layout/IconCircleLabelList"/>
    <dgm:cxn modelId="{8F266988-7D7F-4F01-9B50-55167B82CD0E}" type="presOf" srcId="{B18AAC6E-E0A6-4B3E-9BAC-FE19FC1EE364}" destId="{CCD87E43-1D72-45B8-8721-FDEA757499D7}" srcOrd="0" destOrd="0" presId="urn:microsoft.com/office/officeart/2018/5/layout/IconCircleLabelList"/>
    <dgm:cxn modelId="{F2C667A3-21CA-4B4C-8BE4-12C7C06F7B1B}" type="presOf" srcId="{07EB5640-F59A-41DC-BFED-529D7C34B3B5}" destId="{6E481A98-F153-4F20-A751-27A88050146B}" srcOrd="0" destOrd="0" presId="urn:microsoft.com/office/officeart/2018/5/layout/IconCircleLabelList"/>
    <dgm:cxn modelId="{9B3D39C9-BA52-4123-8531-DC13A5D5F4BC}" type="presOf" srcId="{D35F9AFF-BA0E-4CDE-BF32-47F8A0FB1CE8}" destId="{6B32E688-3C86-4DA3-82F0-F438112EE9ED}" srcOrd="0" destOrd="0" presId="urn:microsoft.com/office/officeart/2018/5/layout/IconCircleLabelList"/>
    <dgm:cxn modelId="{A05A99CD-2D3F-431F-BA93-9708F17211BF}" srcId="{DD2AB8EC-2481-4FFF-BEFC-C78E17C7A578}" destId="{D35F9AFF-BA0E-4CDE-BF32-47F8A0FB1CE8}" srcOrd="3" destOrd="0" parTransId="{B0A7F06C-8AB5-4C16-9FE7-1DF792F2FC0D}" sibTransId="{FD34619A-40EF-449C-8FD0-9BB8DD3A0BF3}"/>
    <dgm:cxn modelId="{3F5D0ACF-462B-4985-932C-459763738050}" srcId="{DD2AB8EC-2481-4FFF-BEFC-C78E17C7A578}" destId="{B18AAC6E-E0A6-4B3E-9BAC-FE19FC1EE364}" srcOrd="0" destOrd="0" parTransId="{89C95D48-DBA4-4CBA-B724-54B41324AC41}" sibTransId="{F99637D1-0AEC-42D0-9565-D9BD00741E91}"/>
    <dgm:cxn modelId="{A0B065E8-F6C4-4C5F-9412-C17EE849EDF8}" srcId="{DD2AB8EC-2481-4FFF-BEFC-C78E17C7A578}" destId="{07EB5640-F59A-41DC-BFED-529D7C34B3B5}" srcOrd="1" destOrd="0" parTransId="{784B1E91-4B7A-4113-92CA-E20653231DE4}" sibTransId="{058E99C8-3308-4F34-8339-2FB4DCD19E7B}"/>
    <dgm:cxn modelId="{F6CDBEF0-57DA-4900-8482-0311ED3E6FA6}" type="presOf" srcId="{BD22BCB9-C0AA-415E-8C2F-53363E8BFA7F}" destId="{F57B75EA-E851-4FD9-9287-1B4353154898}" srcOrd="0" destOrd="0" presId="urn:microsoft.com/office/officeart/2018/5/layout/IconCircleLabelList"/>
    <dgm:cxn modelId="{A033898D-F100-4DEF-824A-EF0C5BEC08DB}" type="presParOf" srcId="{5882762B-6CC1-4D81-948A-6DEFEEBDFFD1}" destId="{C1FE5207-22B8-4391-A3FA-76A43BCE2FAA}" srcOrd="0" destOrd="0" presId="urn:microsoft.com/office/officeart/2018/5/layout/IconCircleLabelList"/>
    <dgm:cxn modelId="{C2EE79AE-3D6F-4964-B2E0-1217CBAE4EE6}" type="presParOf" srcId="{C1FE5207-22B8-4391-A3FA-76A43BCE2FAA}" destId="{3EBD249E-D5E9-4D1F-8F7B-580DEC4D478E}" srcOrd="0" destOrd="0" presId="urn:microsoft.com/office/officeart/2018/5/layout/IconCircleLabelList"/>
    <dgm:cxn modelId="{0A200DA9-0AE6-4199-9E61-489C7FCF462C}" type="presParOf" srcId="{C1FE5207-22B8-4391-A3FA-76A43BCE2FAA}" destId="{D43FA272-F750-4C49-B7B8-AA6A8583A500}" srcOrd="1" destOrd="0" presId="urn:microsoft.com/office/officeart/2018/5/layout/IconCircleLabelList"/>
    <dgm:cxn modelId="{1127B340-30C4-4C7A-9C6D-854B09DFA119}" type="presParOf" srcId="{C1FE5207-22B8-4391-A3FA-76A43BCE2FAA}" destId="{9D87DDF5-E860-42C8-940B-8D18ACB9F170}" srcOrd="2" destOrd="0" presId="urn:microsoft.com/office/officeart/2018/5/layout/IconCircleLabelList"/>
    <dgm:cxn modelId="{78F46926-1F31-484C-AF4F-0BC5758AD1B0}" type="presParOf" srcId="{C1FE5207-22B8-4391-A3FA-76A43BCE2FAA}" destId="{CCD87E43-1D72-45B8-8721-FDEA757499D7}" srcOrd="3" destOrd="0" presId="urn:microsoft.com/office/officeart/2018/5/layout/IconCircleLabelList"/>
    <dgm:cxn modelId="{2C6E124A-341D-49FB-A2D9-A7AF4767B08F}" type="presParOf" srcId="{5882762B-6CC1-4D81-948A-6DEFEEBDFFD1}" destId="{6B471FFE-3DE9-4624-8962-1BB104CD82FB}" srcOrd="1" destOrd="0" presId="urn:microsoft.com/office/officeart/2018/5/layout/IconCircleLabelList"/>
    <dgm:cxn modelId="{BCD8016D-F400-48C6-A762-E09309EB2B25}" type="presParOf" srcId="{5882762B-6CC1-4D81-948A-6DEFEEBDFFD1}" destId="{0CFA05EF-EE04-4CE7-A7CE-811164A2A5FF}" srcOrd="2" destOrd="0" presId="urn:microsoft.com/office/officeart/2018/5/layout/IconCircleLabelList"/>
    <dgm:cxn modelId="{9570A3E5-099B-4A18-9933-4B22A07E06D3}" type="presParOf" srcId="{0CFA05EF-EE04-4CE7-A7CE-811164A2A5FF}" destId="{0E36DBD4-8402-4F14-AE8F-BBBD42D7E0EE}" srcOrd="0" destOrd="0" presId="urn:microsoft.com/office/officeart/2018/5/layout/IconCircleLabelList"/>
    <dgm:cxn modelId="{404BB7C2-0000-4B8A-A9FE-2231D524815F}" type="presParOf" srcId="{0CFA05EF-EE04-4CE7-A7CE-811164A2A5FF}" destId="{5CAF6722-C545-40C1-A999-47897C934943}" srcOrd="1" destOrd="0" presId="urn:microsoft.com/office/officeart/2018/5/layout/IconCircleLabelList"/>
    <dgm:cxn modelId="{4AA676A1-CCA8-4D50-8118-9E491E080353}" type="presParOf" srcId="{0CFA05EF-EE04-4CE7-A7CE-811164A2A5FF}" destId="{1E8C972A-38EA-46A5-B38A-084D328DF10C}" srcOrd="2" destOrd="0" presId="urn:microsoft.com/office/officeart/2018/5/layout/IconCircleLabelList"/>
    <dgm:cxn modelId="{0BDAEFA4-C670-4291-94CF-B1F6B8B5FC9F}" type="presParOf" srcId="{0CFA05EF-EE04-4CE7-A7CE-811164A2A5FF}" destId="{6E481A98-F153-4F20-A751-27A88050146B}" srcOrd="3" destOrd="0" presId="urn:microsoft.com/office/officeart/2018/5/layout/IconCircleLabelList"/>
    <dgm:cxn modelId="{A8A99E46-DF2A-4A9E-B4F6-9D1C02C8A1C7}" type="presParOf" srcId="{5882762B-6CC1-4D81-948A-6DEFEEBDFFD1}" destId="{149E3A4C-7A20-4EC1-A254-716AFABEFCBF}" srcOrd="3" destOrd="0" presId="urn:microsoft.com/office/officeart/2018/5/layout/IconCircleLabelList"/>
    <dgm:cxn modelId="{E0645201-61A0-4A10-8D53-1C69279D958A}" type="presParOf" srcId="{5882762B-6CC1-4D81-948A-6DEFEEBDFFD1}" destId="{BFD0B4D8-ED5A-4923-9FBB-573461BBC52A}" srcOrd="4" destOrd="0" presId="urn:microsoft.com/office/officeart/2018/5/layout/IconCircleLabelList"/>
    <dgm:cxn modelId="{CFD4E58E-E65F-47BC-9E8D-A11BA14EF9DE}" type="presParOf" srcId="{BFD0B4D8-ED5A-4923-9FBB-573461BBC52A}" destId="{F5857D41-5FD1-4A5A-9D53-9C429C40A790}" srcOrd="0" destOrd="0" presId="urn:microsoft.com/office/officeart/2018/5/layout/IconCircleLabelList"/>
    <dgm:cxn modelId="{35F8C755-C06A-4BFC-AA62-FD17C4EB1B34}" type="presParOf" srcId="{BFD0B4D8-ED5A-4923-9FBB-573461BBC52A}" destId="{191D6918-13ED-4E07-B4F5-6D17E7FD34BF}" srcOrd="1" destOrd="0" presId="urn:microsoft.com/office/officeart/2018/5/layout/IconCircleLabelList"/>
    <dgm:cxn modelId="{F9DF6E59-A469-4A14-AC8E-7B4FFB69553F}" type="presParOf" srcId="{BFD0B4D8-ED5A-4923-9FBB-573461BBC52A}" destId="{EF1D032D-F09A-4D2B-A66B-9DBE3529173B}" srcOrd="2" destOrd="0" presId="urn:microsoft.com/office/officeart/2018/5/layout/IconCircleLabelList"/>
    <dgm:cxn modelId="{432178CB-5E17-4229-87A6-02D6DD8FDBE2}" type="presParOf" srcId="{BFD0B4D8-ED5A-4923-9FBB-573461BBC52A}" destId="{F57B75EA-E851-4FD9-9287-1B4353154898}" srcOrd="3" destOrd="0" presId="urn:microsoft.com/office/officeart/2018/5/layout/IconCircleLabelList"/>
    <dgm:cxn modelId="{7010C87C-E6B3-4FC2-A865-71B6A687E9D5}" type="presParOf" srcId="{5882762B-6CC1-4D81-948A-6DEFEEBDFFD1}" destId="{180C44EB-8EBC-49F8-939F-75A732D77200}" srcOrd="5" destOrd="0" presId="urn:microsoft.com/office/officeart/2018/5/layout/IconCircleLabelList"/>
    <dgm:cxn modelId="{49039AE3-1F1B-4C47-8D15-01288B4D5C32}" type="presParOf" srcId="{5882762B-6CC1-4D81-948A-6DEFEEBDFFD1}" destId="{A57E8103-25B4-485A-BF5D-4C8863D0697D}" srcOrd="6" destOrd="0" presId="urn:microsoft.com/office/officeart/2018/5/layout/IconCircleLabelList"/>
    <dgm:cxn modelId="{926F7A34-F616-466C-826B-3819F383AD3C}" type="presParOf" srcId="{A57E8103-25B4-485A-BF5D-4C8863D0697D}" destId="{349356DC-3279-4D54-A9F9-A5FEEF6A7E02}" srcOrd="0" destOrd="0" presId="urn:microsoft.com/office/officeart/2018/5/layout/IconCircleLabelList"/>
    <dgm:cxn modelId="{9B2B2E53-8202-4655-90B6-36EDD5E2867B}" type="presParOf" srcId="{A57E8103-25B4-485A-BF5D-4C8863D0697D}" destId="{31525598-2186-4C90-921C-C7F15334C03E}" srcOrd="1" destOrd="0" presId="urn:microsoft.com/office/officeart/2018/5/layout/IconCircleLabelList"/>
    <dgm:cxn modelId="{6B603DA1-7A66-42B8-9FAF-7FDAEED6BEBF}" type="presParOf" srcId="{A57E8103-25B4-485A-BF5D-4C8863D0697D}" destId="{25EDCDD2-67F4-495D-942D-968CD3D3E93F}" srcOrd="2" destOrd="0" presId="urn:microsoft.com/office/officeart/2018/5/layout/IconCircleLabelList"/>
    <dgm:cxn modelId="{3EEFF6AA-34D8-49C7-A3E2-AC0AF96C6E3D}" type="presParOf" srcId="{A57E8103-25B4-485A-BF5D-4C8863D0697D}" destId="{6B32E688-3C86-4DA3-82F0-F438112EE9E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6A47790-642C-4514-91C9-FBD83FE0349D}" type="doc">
      <dgm:prSet loTypeId="urn:microsoft.com/office/officeart/2005/8/layout/vList5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922481E-50C3-40DF-88E6-D51A0BACCC94}">
      <dgm:prSet/>
      <dgm:spPr/>
      <dgm:t>
        <a:bodyPr/>
        <a:lstStyle/>
        <a:p>
          <a:r>
            <a:rPr lang="en-US"/>
            <a:t>Real-time monitoring</a:t>
          </a:r>
        </a:p>
      </dgm:t>
    </dgm:pt>
    <dgm:pt modelId="{95F1E414-34DC-4DCF-95F4-482FDDB309A5}" type="parTrans" cxnId="{2496246F-BB10-4CBD-8382-B00EB214C5F5}">
      <dgm:prSet/>
      <dgm:spPr/>
      <dgm:t>
        <a:bodyPr/>
        <a:lstStyle/>
        <a:p>
          <a:endParaRPr lang="en-US"/>
        </a:p>
      </dgm:t>
    </dgm:pt>
    <dgm:pt modelId="{BAB17F59-A882-4954-B4FB-1E609651871F}" type="sibTrans" cxnId="{2496246F-BB10-4CBD-8382-B00EB214C5F5}">
      <dgm:prSet/>
      <dgm:spPr/>
      <dgm:t>
        <a:bodyPr/>
        <a:lstStyle/>
        <a:p>
          <a:endParaRPr lang="en-US"/>
        </a:p>
      </dgm:t>
    </dgm:pt>
    <dgm:pt modelId="{AD27D339-CD57-432D-8E54-FACF01353230}">
      <dgm:prSet/>
      <dgm:spPr/>
      <dgm:t>
        <a:bodyPr/>
        <a:lstStyle/>
        <a:p>
          <a:r>
            <a:rPr lang="en-US"/>
            <a:t>AI-based anomaly detection</a:t>
          </a:r>
        </a:p>
      </dgm:t>
    </dgm:pt>
    <dgm:pt modelId="{77D143BC-F07B-4675-A909-7274E34F3F6C}" type="parTrans" cxnId="{1863AB44-45BC-4C16-B50F-1FA1675DD7F0}">
      <dgm:prSet/>
      <dgm:spPr/>
      <dgm:t>
        <a:bodyPr/>
        <a:lstStyle/>
        <a:p>
          <a:endParaRPr lang="en-US"/>
        </a:p>
      </dgm:t>
    </dgm:pt>
    <dgm:pt modelId="{903499B9-E90E-4917-A353-9032A76081CA}" type="sibTrans" cxnId="{1863AB44-45BC-4C16-B50F-1FA1675DD7F0}">
      <dgm:prSet/>
      <dgm:spPr/>
      <dgm:t>
        <a:bodyPr/>
        <a:lstStyle/>
        <a:p>
          <a:endParaRPr lang="en-US"/>
        </a:p>
      </dgm:t>
    </dgm:pt>
    <dgm:pt modelId="{843003CF-046A-4333-9D9F-68016921D773}">
      <dgm:prSet/>
      <dgm:spPr/>
      <dgm:t>
        <a:bodyPr/>
        <a:lstStyle/>
        <a:p>
          <a:r>
            <a:rPr lang="en-US"/>
            <a:t>Lightweight &amp; fast</a:t>
          </a:r>
        </a:p>
      </dgm:t>
    </dgm:pt>
    <dgm:pt modelId="{69D0CA9D-600C-42B3-8E13-E4F5BAD06F71}" type="parTrans" cxnId="{7BC4B7B1-39CF-45D4-A96A-E748750C2008}">
      <dgm:prSet/>
      <dgm:spPr/>
      <dgm:t>
        <a:bodyPr/>
        <a:lstStyle/>
        <a:p>
          <a:endParaRPr lang="en-US"/>
        </a:p>
      </dgm:t>
    </dgm:pt>
    <dgm:pt modelId="{3EE4EB2D-42BB-4A9D-9BB9-225F737E113A}" type="sibTrans" cxnId="{7BC4B7B1-39CF-45D4-A96A-E748750C2008}">
      <dgm:prSet/>
      <dgm:spPr/>
      <dgm:t>
        <a:bodyPr/>
        <a:lstStyle/>
        <a:p>
          <a:endParaRPr lang="en-US"/>
        </a:p>
      </dgm:t>
    </dgm:pt>
    <dgm:pt modelId="{59B86C04-A3D9-464F-AC8C-C0D0A95279D8}">
      <dgm:prSet/>
      <dgm:spPr/>
      <dgm:t>
        <a:bodyPr/>
        <a:lstStyle/>
        <a:p>
          <a:r>
            <a:rPr lang="en-US"/>
            <a:t>User-friendly UI</a:t>
          </a:r>
        </a:p>
      </dgm:t>
    </dgm:pt>
    <dgm:pt modelId="{FD2A97CB-A769-41D6-859C-A460E0D14FA5}" type="parTrans" cxnId="{A35B60D0-C617-40D0-932E-89CD9EA6B924}">
      <dgm:prSet/>
      <dgm:spPr/>
      <dgm:t>
        <a:bodyPr/>
        <a:lstStyle/>
        <a:p>
          <a:endParaRPr lang="en-US"/>
        </a:p>
      </dgm:t>
    </dgm:pt>
    <dgm:pt modelId="{A66FECAB-0EE8-481A-8E24-1DBA35C42339}" type="sibTrans" cxnId="{A35B60D0-C617-40D0-932E-89CD9EA6B924}">
      <dgm:prSet/>
      <dgm:spPr/>
      <dgm:t>
        <a:bodyPr/>
        <a:lstStyle/>
        <a:p>
          <a:endParaRPr lang="en-US"/>
        </a:p>
      </dgm:t>
    </dgm:pt>
    <dgm:pt modelId="{4C1D1C51-ABA0-4246-BB1D-C63675A512EB}" type="pres">
      <dgm:prSet presAssocID="{E6A47790-642C-4514-91C9-FBD83FE0349D}" presName="Name0" presStyleCnt="0">
        <dgm:presLayoutVars>
          <dgm:dir/>
          <dgm:animLvl val="lvl"/>
          <dgm:resizeHandles val="exact"/>
        </dgm:presLayoutVars>
      </dgm:prSet>
      <dgm:spPr/>
    </dgm:pt>
    <dgm:pt modelId="{88A56D85-E60C-4C61-A491-1843D5C79B01}" type="pres">
      <dgm:prSet presAssocID="{1922481E-50C3-40DF-88E6-D51A0BACCC94}" presName="linNode" presStyleCnt="0"/>
      <dgm:spPr/>
    </dgm:pt>
    <dgm:pt modelId="{FA29AC0B-942A-4FA1-A79C-39A800CCE818}" type="pres">
      <dgm:prSet presAssocID="{1922481E-50C3-40DF-88E6-D51A0BACCC94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7F40B7DA-9D07-4D67-A769-D9BEE9A7BF89}" type="pres">
      <dgm:prSet presAssocID="{BAB17F59-A882-4954-B4FB-1E609651871F}" presName="sp" presStyleCnt="0"/>
      <dgm:spPr/>
    </dgm:pt>
    <dgm:pt modelId="{715EF29B-A2B7-47D3-93EE-DEC60F393297}" type="pres">
      <dgm:prSet presAssocID="{AD27D339-CD57-432D-8E54-FACF01353230}" presName="linNode" presStyleCnt="0"/>
      <dgm:spPr/>
    </dgm:pt>
    <dgm:pt modelId="{3172B1FB-E12F-471F-B541-9752532CF766}" type="pres">
      <dgm:prSet presAssocID="{AD27D339-CD57-432D-8E54-FACF01353230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665A5358-0BD1-4D3A-B9AD-E546FD8B09CB}" type="pres">
      <dgm:prSet presAssocID="{903499B9-E90E-4917-A353-9032A76081CA}" presName="sp" presStyleCnt="0"/>
      <dgm:spPr/>
    </dgm:pt>
    <dgm:pt modelId="{35587ED5-E567-4303-B5F4-7C76FB8EFA53}" type="pres">
      <dgm:prSet presAssocID="{843003CF-046A-4333-9D9F-68016921D773}" presName="linNode" presStyleCnt="0"/>
      <dgm:spPr/>
    </dgm:pt>
    <dgm:pt modelId="{C8F5F64A-3A23-4626-B49D-6FA146BC1F80}" type="pres">
      <dgm:prSet presAssocID="{843003CF-046A-4333-9D9F-68016921D773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945A0A55-359F-4772-BF23-37DA3A448D6E}" type="pres">
      <dgm:prSet presAssocID="{3EE4EB2D-42BB-4A9D-9BB9-225F737E113A}" presName="sp" presStyleCnt="0"/>
      <dgm:spPr/>
    </dgm:pt>
    <dgm:pt modelId="{12EECBE6-9DAB-46E3-B2AC-3B89941F8540}" type="pres">
      <dgm:prSet presAssocID="{59B86C04-A3D9-464F-AC8C-C0D0A95279D8}" presName="linNode" presStyleCnt="0"/>
      <dgm:spPr/>
    </dgm:pt>
    <dgm:pt modelId="{2D3DB211-F683-4FCE-A062-BBFF7618C965}" type="pres">
      <dgm:prSet presAssocID="{59B86C04-A3D9-464F-AC8C-C0D0A95279D8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0843F70A-2F90-4CDD-B7D6-FDCC33DC122B}" type="presOf" srcId="{AD27D339-CD57-432D-8E54-FACF01353230}" destId="{3172B1FB-E12F-471F-B541-9752532CF766}" srcOrd="0" destOrd="0" presId="urn:microsoft.com/office/officeart/2005/8/layout/vList5"/>
    <dgm:cxn modelId="{73F24F16-B0AA-414C-BDB2-A17CA5C1FC13}" type="presOf" srcId="{843003CF-046A-4333-9D9F-68016921D773}" destId="{C8F5F64A-3A23-4626-B49D-6FA146BC1F80}" srcOrd="0" destOrd="0" presId="urn:microsoft.com/office/officeart/2005/8/layout/vList5"/>
    <dgm:cxn modelId="{077A702E-CF0D-4827-B4B7-4DB926481D0D}" type="presOf" srcId="{59B86C04-A3D9-464F-AC8C-C0D0A95279D8}" destId="{2D3DB211-F683-4FCE-A062-BBFF7618C965}" srcOrd="0" destOrd="0" presId="urn:microsoft.com/office/officeart/2005/8/layout/vList5"/>
    <dgm:cxn modelId="{1863AB44-45BC-4C16-B50F-1FA1675DD7F0}" srcId="{E6A47790-642C-4514-91C9-FBD83FE0349D}" destId="{AD27D339-CD57-432D-8E54-FACF01353230}" srcOrd="1" destOrd="0" parTransId="{77D143BC-F07B-4675-A909-7274E34F3F6C}" sibTransId="{903499B9-E90E-4917-A353-9032A76081CA}"/>
    <dgm:cxn modelId="{2496246F-BB10-4CBD-8382-B00EB214C5F5}" srcId="{E6A47790-642C-4514-91C9-FBD83FE0349D}" destId="{1922481E-50C3-40DF-88E6-D51A0BACCC94}" srcOrd="0" destOrd="0" parTransId="{95F1E414-34DC-4DCF-95F4-482FDDB309A5}" sibTransId="{BAB17F59-A882-4954-B4FB-1E609651871F}"/>
    <dgm:cxn modelId="{6CC1E394-7BD3-485E-AA1C-09758071DA73}" type="presOf" srcId="{1922481E-50C3-40DF-88E6-D51A0BACCC94}" destId="{FA29AC0B-942A-4FA1-A79C-39A800CCE818}" srcOrd="0" destOrd="0" presId="urn:microsoft.com/office/officeart/2005/8/layout/vList5"/>
    <dgm:cxn modelId="{F83BFFA7-17AB-4A7F-B5DB-27832FC536C8}" type="presOf" srcId="{E6A47790-642C-4514-91C9-FBD83FE0349D}" destId="{4C1D1C51-ABA0-4246-BB1D-C63675A512EB}" srcOrd="0" destOrd="0" presId="urn:microsoft.com/office/officeart/2005/8/layout/vList5"/>
    <dgm:cxn modelId="{7BC4B7B1-39CF-45D4-A96A-E748750C2008}" srcId="{E6A47790-642C-4514-91C9-FBD83FE0349D}" destId="{843003CF-046A-4333-9D9F-68016921D773}" srcOrd="2" destOrd="0" parTransId="{69D0CA9D-600C-42B3-8E13-E4F5BAD06F71}" sibTransId="{3EE4EB2D-42BB-4A9D-9BB9-225F737E113A}"/>
    <dgm:cxn modelId="{A35B60D0-C617-40D0-932E-89CD9EA6B924}" srcId="{E6A47790-642C-4514-91C9-FBD83FE0349D}" destId="{59B86C04-A3D9-464F-AC8C-C0D0A95279D8}" srcOrd="3" destOrd="0" parTransId="{FD2A97CB-A769-41D6-859C-A460E0D14FA5}" sibTransId="{A66FECAB-0EE8-481A-8E24-1DBA35C42339}"/>
    <dgm:cxn modelId="{807081FB-7475-41AF-971D-0235394B2DFF}" type="presParOf" srcId="{4C1D1C51-ABA0-4246-BB1D-C63675A512EB}" destId="{88A56D85-E60C-4C61-A491-1843D5C79B01}" srcOrd="0" destOrd="0" presId="urn:microsoft.com/office/officeart/2005/8/layout/vList5"/>
    <dgm:cxn modelId="{E63E29D3-D83E-4F30-97AF-1016F160728C}" type="presParOf" srcId="{88A56D85-E60C-4C61-A491-1843D5C79B01}" destId="{FA29AC0B-942A-4FA1-A79C-39A800CCE818}" srcOrd="0" destOrd="0" presId="urn:microsoft.com/office/officeart/2005/8/layout/vList5"/>
    <dgm:cxn modelId="{EC929F1E-B783-4F01-B0AF-EFBDF8E27604}" type="presParOf" srcId="{4C1D1C51-ABA0-4246-BB1D-C63675A512EB}" destId="{7F40B7DA-9D07-4D67-A769-D9BEE9A7BF89}" srcOrd="1" destOrd="0" presId="urn:microsoft.com/office/officeart/2005/8/layout/vList5"/>
    <dgm:cxn modelId="{C2959CFB-98F6-48AC-AF1A-64980686A85F}" type="presParOf" srcId="{4C1D1C51-ABA0-4246-BB1D-C63675A512EB}" destId="{715EF29B-A2B7-47D3-93EE-DEC60F393297}" srcOrd="2" destOrd="0" presId="urn:microsoft.com/office/officeart/2005/8/layout/vList5"/>
    <dgm:cxn modelId="{C047F8EF-EE08-486D-BE24-89827CE85727}" type="presParOf" srcId="{715EF29B-A2B7-47D3-93EE-DEC60F393297}" destId="{3172B1FB-E12F-471F-B541-9752532CF766}" srcOrd="0" destOrd="0" presId="urn:microsoft.com/office/officeart/2005/8/layout/vList5"/>
    <dgm:cxn modelId="{C0D207B8-AB45-4943-8C67-C526BBDFB56C}" type="presParOf" srcId="{4C1D1C51-ABA0-4246-BB1D-C63675A512EB}" destId="{665A5358-0BD1-4D3A-B9AD-E546FD8B09CB}" srcOrd="3" destOrd="0" presId="urn:microsoft.com/office/officeart/2005/8/layout/vList5"/>
    <dgm:cxn modelId="{8AB32CB6-882B-415E-95EB-6CA0A10CDAE6}" type="presParOf" srcId="{4C1D1C51-ABA0-4246-BB1D-C63675A512EB}" destId="{35587ED5-E567-4303-B5F4-7C76FB8EFA53}" srcOrd="4" destOrd="0" presId="urn:microsoft.com/office/officeart/2005/8/layout/vList5"/>
    <dgm:cxn modelId="{CBA14AD2-BF5A-45EA-ABDE-A282AB0B211D}" type="presParOf" srcId="{35587ED5-E567-4303-B5F4-7C76FB8EFA53}" destId="{C8F5F64A-3A23-4626-B49D-6FA146BC1F80}" srcOrd="0" destOrd="0" presId="urn:microsoft.com/office/officeart/2005/8/layout/vList5"/>
    <dgm:cxn modelId="{9E3BD3FD-D710-4054-85B2-256278160433}" type="presParOf" srcId="{4C1D1C51-ABA0-4246-BB1D-C63675A512EB}" destId="{945A0A55-359F-4772-BF23-37DA3A448D6E}" srcOrd="5" destOrd="0" presId="urn:microsoft.com/office/officeart/2005/8/layout/vList5"/>
    <dgm:cxn modelId="{003BC734-BE8E-4B67-9D74-18B17F70353A}" type="presParOf" srcId="{4C1D1C51-ABA0-4246-BB1D-C63675A512EB}" destId="{12EECBE6-9DAB-46E3-B2AC-3B89941F8540}" srcOrd="6" destOrd="0" presId="urn:microsoft.com/office/officeart/2005/8/layout/vList5"/>
    <dgm:cxn modelId="{218322FA-DA14-40F3-AB68-D7341D09B4BA}" type="presParOf" srcId="{12EECBE6-9DAB-46E3-B2AC-3B89941F8540}" destId="{2D3DB211-F683-4FCE-A062-BBFF7618C965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6D101CD-7A6C-46CA-ABBA-124F1A45C93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768ABB52-1A17-4C40-BF5F-4DBE250EB2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Task Manager → Only monitoring</a:t>
          </a:r>
        </a:p>
      </dgm:t>
    </dgm:pt>
    <dgm:pt modelId="{64E885FF-630B-41C8-8DD0-5AEC54020317}" type="parTrans" cxnId="{1D99CC59-3A1F-4614-86CE-F609E39795F4}">
      <dgm:prSet/>
      <dgm:spPr/>
      <dgm:t>
        <a:bodyPr/>
        <a:lstStyle/>
        <a:p>
          <a:endParaRPr lang="en-US"/>
        </a:p>
      </dgm:t>
    </dgm:pt>
    <dgm:pt modelId="{3E87A2CE-02F3-4988-B327-8F3FF38067DA}" type="sibTrans" cxnId="{1D99CC59-3A1F-4614-86CE-F609E39795F4}">
      <dgm:prSet/>
      <dgm:spPr/>
      <dgm:t>
        <a:bodyPr/>
        <a:lstStyle/>
        <a:p>
          <a:endParaRPr lang="en-US"/>
        </a:p>
      </dgm:t>
    </dgm:pt>
    <dgm:pt modelId="{44053F35-D4B6-4965-8689-E91C884BF1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NeuroGuard → Monitoring + AI Detection</a:t>
          </a:r>
        </a:p>
      </dgm:t>
    </dgm:pt>
    <dgm:pt modelId="{734BF583-ABDC-4991-81F0-616CD3C106E5}" type="parTrans" cxnId="{34FB8FAE-AC1F-4A23-886E-77282066C3CA}">
      <dgm:prSet/>
      <dgm:spPr/>
      <dgm:t>
        <a:bodyPr/>
        <a:lstStyle/>
        <a:p>
          <a:endParaRPr lang="en-US"/>
        </a:p>
      </dgm:t>
    </dgm:pt>
    <dgm:pt modelId="{FB2EB807-D973-469B-A4F2-4E4C5C0ED36C}" type="sibTrans" cxnId="{34FB8FAE-AC1F-4A23-886E-77282066C3CA}">
      <dgm:prSet/>
      <dgm:spPr/>
      <dgm:t>
        <a:bodyPr/>
        <a:lstStyle/>
        <a:p>
          <a:endParaRPr lang="en-US"/>
        </a:p>
      </dgm:t>
    </dgm:pt>
    <dgm:pt modelId="{A9C00B22-C549-4976-912A-DF2EDBD744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Helps detect unknown threats</a:t>
          </a:r>
        </a:p>
      </dgm:t>
    </dgm:pt>
    <dgm:pt modelId="{67D0839C-AC35-4517-AF35-48D67A90ED3F}" type="parTrans" cxnId="{2A8F96C6-A24C-4183-9980-5A608D263A98}">
      <dgm:prSet/>
      <dgm:spPr/>
      <dgm:t>
        <a:bodyPr/>
        <a:lstStyle/>
        <a:p>
          <a:endParaRPr lang="en-US"/>
        </a:p>
      </dgm:t>
    </dgm:pt>
    <dgm:pt modelId="{4E13BF83-F108-4089-9486-C715C7A06DF9}" type="sibTrans" cxnId="{2A8F96C6-A24C-4183-9980-5A608D263A98}">
      <dgm:prSet/>
      <dgm:spPr/>
      <dgm:t>
        <a:bodyPr/>
        <a:lstStyle/>
        <a:p>
          <a:endParaRPr lang="en-US"/>
        </a:p>
      </dgm:t>
    </dgm:pt>
    <dgm:pt modelId="{35D96E60-C94C-41CC-B1DC-E0250DA93811}" type="pres">
      <dgm:prSet presAssocID="{66D101CD-7A6C-46CA-ABBA-124F1A45C93C}" presName="root" presStyleCnt="0">
        <dgm:presLayoutVars>
          <dgm:dir/>
          <dgm:resizeHandles val="exact"/>
        </dgm:presLayoutVars>
      </dgm:prSet>
      <dgm:spPr/>
    </dgm:pt>
    <dgm:pt modelId="{764D053C-9442-4799-AC88-BE5FC9E3AF04}" type="pres">
      <dgm:prSet presAssocID="{768ABB52-1A17-4C40-BF5F-4DBE250EB26A}" presName="compNode" presStyleCnt="0"/>
      <dgm:spPr/>
    </dgm:pt>
    <dgm:pt modelId="{F5439A6B-5CC8-4634-82B8-817940F78443}" type="pres">
      <dgm:prSet presAssocID="{768ABB52-1A17-4C40-BF5F-4DBE250EB26A}" presName="bgRect" presStyleLbl="bgShp" presStyleIdx="0" presStyleCnt="3"/>
      <dgm:spPr/>
    </dgm:pt>
    <dgm:pt modelId="{91B77AE1-B719-4C34-B4ED-1CE71EB38664}" type="pres">
      <dgm:prSet presAssocID="{768ABB52-1A17-4C40-BF5F-4DBE250EB26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AF307BC9-E5E0-41CF-91C3-381E5D98F381}" type="pres">
      <dgm:prSet presAssocID="{768ABB52-1A17-4C40-BF5F-4DBE250EB26A}" presName="spaceRect" presStyleCnt="0"/>
      <dgm:spPr/>
    </dgm:pt>
    <dgm:pt modelId="{948638D4-5745-430C-B602-3D7D8790A598}" type="pres">
      <dgm:prSet presAssocID="{768ABB52-1A17-4C40-BF5F-4DBE250EB26A}" presName="parTx" presStyleLbl="revTx" presStyleIdx="0" presStyleCnt="3">
        <dgm:presLayoutVars>
          <dgm:chMax val="0"/>
          <dgm:chPref val="0"/>
        </dgm:presLayoutVars>
      </dgm:prSet>
      <dgm:spPr/>
    </dgm:pt>
    <dgm:pt modelId="{8BCD76CC-7254-468F-8EB9-F9E74C973F6C}" type="pres">
      <dgm:prSet presAssocID="{3E87A2CE-02F3-4988-B327-8F3FF38067DA}" presName="sibTrans" presStyleCnt="0"/>
      <dgm:spPr/>
    </dgm:pt>
    <dgm:pt modelId="{9F4F7A1F-26F8-4F44-8BF7-E5150DB73361}" type="pres">
      <dgm:prSet presAssocID="{44053F35-D4B6-4965-8689-E91C884BF128}" presName="compNode" presStyleCnt="0"/>
      <dgm:spPr/>
    </dgm:pt>
    <dgm:pt modelId="{080B68D9-1C31-4D33-8C09-22A9FFB0BDDB}" type="pres">
      <dgm:prSet presAssocID="{44053F35-D4B6-4965-8689-E91C884BF128}" presName="bgRect" presStyleLbl="bgShp" presStyleIdx="1" presStyleCnt="3"/>
      <dgm:spPr/>
    </dgm:pt>
    <dgm:pt modelId="{4F3D5A76-CABE-47C8-8080-CA5934144BED}" type="pres">
      <dgm:prSet presAssocID="{44053F35-D4B6-4965-8689-E91C884BF12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CFC8CAE-0A5E-4C14-AC5D-80E3FFDCF540}" type="pres">
      <dgm:prSet presAssocID="{44053F35-D4B6-4965-8689-E91C884BF128}" presName="spaceRect" presStyleCnt="0"/>
      <dgm:spPr/>
    </dgm:pt>
    <dgm:pt modelId="{73A61A97-43C0-4A94-B988-D376D105CDD3}" type="pres">
      <dgm:prSet presAssocID="{44053F35-D4B6-4965-8689-E91C884BF128}" presName="parTx" presStyleLbl="revTx" presStyleIdx="1" presStyleCnt="3">
        <dgm:presLayoutVars>
          <dgm:chMax val="0"/>
          <dgm:chPref val="0"/>
        </dgm:presLayoutVars>
      </dgm:prSet>
      <dgm:spPr/>
    </dgm:pt>
    <dgm:pt modelId="{97D35F92-AB71-4B50-8FF5-7145FE116C01}" type="pres">
      <dgm:prSet presAssocID="{FB2EB807-D973-469B-A4F2-4E4C5C0ED36C}" presName="sibTrans" presStyleCnt="0"/>
      <dgm:spPr/>
    </dgm:pt>
    <dgm:pt modelId="{29E1D68E-29FC-47B1-A5BA-1B06FE5B855C}" type="pres">
      <dgm:prSet presAssocID="{A9C00B22-C549-4976-912A-DF2EDBD7441E}" presName="compNode" presStyleCnt="0"/>
      <dgm:spPr/>
    </dgm:pt>
    <dgm:pt modelId="{ED6A1FAD-DFF1-412F-B097-741AAD19990B}" type="pres">
      <dgm:prSet presAssocID="{A9C00B22-C549-4976-912A-DF2EDBD7441E}" presName="bgRect" presStyleLbl="bgShp" presStyleIdx="2" presStyleCnt="3"/>
      <dgm:spPr/>
    </dgm:pt>
    <dgm:pt modelId="{5839E048-C511-410D-8CD8-5AD56ED94A29}" type="pres">
      <dgm:prSet presAssocID="{A9C00B22-C549-4976-912A-DF2EDBD7441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A8A3FB37-6A89-4B80-8F0D-51593F72FF12}" type="pres">
      <dgm:prSet presAssocID="{A9C00B22-C549-4976-912A-DF2EDBD7441E}" presName="spaceRect" presStyleCnt="0"/>
      <dgm:spPr/>
    </dgm:pt>
    <dgm:pt modelId="{967DEBC3-8A75-4B2D-8D64-61A8D02D1A47}" type="pres">
      <dgm:prSet presAssocID="{A9C00B22-C549-4976-912A-DF2EDBD7441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4B3E811-82D2-4792-8A58-541DF76A17CB}" type="presOf" srcId="{66D101CD-7A6C-46CA-ABBA-124F1A45C93C}" destId="{35D96E60-C94C-41CC-B1DC-E0250DA93811}" srcOrd="0" destOrd="0" presId="urn:microsoft.com/office/officeart/2018/2/layout/IconVerticalSolidList"/>
    <dgm:cxn modelId="{4B2AC949-72BC-4686-BCA7-F6715027A9B0}" type="presOf" srcId="{44053F35-D4B6-4965-8689-E91C884BF128}" destId="{73A61A97-43C0-4A94-B988-D376D105CDD3}" srcOrd="0" destOrd="0" presId="urn:microsoft.com/office/officeart/2018/2/layout/IconVerticalSolidList"/>
    <dgm:cxn modelId="{1D99CC59-3A1F-4614-86CE-F609E39795F4}" srcId="{66D101CD-7A6C-46CA-ABBA-124F1A45C93C}" destId="{768ABB52-1A17-4C40-BF5F-4DBE250EB26A}" srcOrd="0" destOrd="0" parTransId="{64E885FF-630B-41C8-8DD0-5AEC54020317}" sibTransId="{3E87A2CE-02F3-4988-B327-8F3FF38067DA}"/>
    <dgm:cxn modelId="{5CD0768B-D1EC-42A0-915D-20CAE4683230}" type="presOf" srcId="{A9C00B22-C549-4976-912A-DF2EDBD7441E}" destId="{967DEBC3-8A75-4B2D-8D64-61A8D02D1A47}" srcOrd="0" destOrd="0" presId="urn:microsoft.com/office/officeart/2018/2/layout/IconVerticalSolidList"/>
    <dgm:cxn modelId="{34FB8FAE-AC1F-4A23-886E-77282066C3CA}" srcId="{66D101CD-7A6C-46CA-ABBA-124F1A45C93C}" destId="{44053F35-D4B6-4965-8689-E91C884BF128}" srcOrd="1" destOrd="0" parTransId="{734BF583-ABDC-4991-81F0-616CD3C106E5}" sibTransId="{FB2EB807-D973-469B-A4F2-4E4C5C0ED36C}"/>
    <dgm:cxn modelId="{2ADBD7BB-59E8-4191-888E-6713095FF880}" type="presOf" srcId="{768ABB52-1A17-4C40-BF5F-4DBE250EB26A}" destId="{948638D4-5745-430C-B602-3D7D8790A598}" srcOrd="0" destOrd="0" presId="urn:microsoft.com/office/officeart/2018/2/layout/IconVerticalSolidList"/>
    <dgm:cxn modelId="{2A8F96C6-A24C-4183-9980-5A608D263A98}" srcId="{66D101CD-7A6C-46CA-ABBA-124F1A45C93C}" destId="{A9C00B22-C549-4976-912A-DF2EDBD7441E}" srcOrd="2" destOrd="0" parTransId="{67D0839C-AC35-4517-AF35-48D67A90ED3F}" sibTransId="{4E13BF83-F108-4089-9486-C715C7A06DF9}"/>
    <dgm:cxn modelId="{73DAFCBD-B17D-4BCA-9BDB-6B3DDEEC5E80}" type="presParOf" srcId="{35D96E60-C94C-41CC-B1DC-E0250DA93811}" destId="{764D053C-9442-4799-AC88-BE5FC9E3AF04}" srcOrd="0" destOrd="0" presId="urn:microsoft.com/office/officeart/2018/2/layout/IconVerticalSolidList"/>
    <dgm:cxn modelId="{152F7D71-1609-4B39-80A4-7A8E715B9043}" type="presParOf" srcId="{764D053C-9442-4799-AC88-BE5FC9E3AF04}" destId="{F5439A6B-5CC8-4634-82B8-817940F78443}" srcOrd="0" destOrd="0" presId="urn:microsoft.com/office/officeart/2018/2/layout/IconVerticalSolidList"/>
    <dgm:cxn modelId="{CC65932F-DEFE-44E1-88AC-300EC92834D1}" type="presParOf" srcId="{764D053C-9442-4799-AC88-BE5FC9E3AF04}" destId="{91B77AE1-B719-4C34-B4ED-1CE71EB38664}" srcOrd="1" destOrd="0" presId="urn:microsoft.com/office/officeart/2018/2/layout/IconVerticalSolidList"/>
    <dgm:cxn modelId="{B6BD6887-A40D-4292-9851-41E950BB4D7E}" type="presParOf" srcId="{764D053C-9442-4799-AC88-BE5FC9E3AF04}" destId="{AF307BC9-E5E0-41CF-91C3-381E5D98F381}" srcOrd="2" destOrd="0" presId="urn:microsoft.com/office/officeart/2018/2/layout/IconVerticalSolidList"/>
    <dgm:cxn modelId="{8D735A28-BB54-4DA7-A5EF-4E27A03B30DB}" type="presParOf" srcId="{764D053C-9442-4799-AC88-BE5FC9E3AF04}" destId="{948638D4-5745-430C-B602-3D7D8790A598}" srcOrd="3" destOrd="0" presId="urn:microsoft.com/office/officeart/2018/2/layout/IconVerticalSolidList"/>
    <dgm:cxn modelId="{94D14F2A-780B-42E7-A310-5ED7D84BBDEB}" type="presParOf" srcId="{35D96E60-C94C-41CC-B1DC-E0250DA93811}" destId="{8BCD76CC-7254-468F-8EB9-F9E74C973F6C}" srcOrd="1" destOrd="0" presId="urn:microsoft.com/office/officeart/2018/2/layout/IconVerticalSolidList"/>
    <dgm:cxn modelId="{CE981E2C-FE08-42D2-A658-FD77AF61D728}" type="presParOf" srcId="{35D96E60-C94C-41CC-B1DC-E0250DA93811}" destId="{9F4F7A1F-26F8-4F44-8BF7-E5150DB73361}" srcOrd="2" destOrd="0" presId="urn:microsoft.com/office/officeart/2018/2/layout/IconVerticalSolidList"/>
    <dgm:cxn modelId="{12BC3651-F97C-44CF-B4A1-2056C827BD00}" type="presParOf" srcId="{9F4F7A1F-26F8-4F44-8BF7-E5150DB73361}" destId="{080B68D9-1C31-4D33-8C09-22A9FFB0BDDB}" srcOrd="0" destOrd="0" presId="urn:microsoft.com/office/officeart/2018/2/layout/IconVerticalSolidList"/>
    <dgm:cxn modelId="{06F2C3F1-02C0-4EE6-9B91-970A411C7003}" type="presParOf" srcId="{9F4F7A1F-26F8-4F44-8BF7-E5150DB73361}" destId="{4F3D5A76-CABE-47C8-8080-CA5934144BED}" srcOrd="1" destOrd="0" presId="urn:microsoft.com/office/officeart/2018/2/layout/IconVerticalSolidList"/>
    <dgm:cxn modelId="{B1062C7E-F0E1-49EE-A06A-077287537B8B}" type="presParOf" srcId="{9F4F7A1F-26F8-4F44-8BF7-E5150DB73361}" destId="{3CFC8CAE-0A5E-4C14-AC5D-80E3FFDCF540}" srcOrd="2" destOrd="0" presId="urn:microsoft.com/office/officeart/2018/2/layout/IconVerticalSolidList"/>
    <dgm:cxn modelId="{4A9DEBFD-E3AD-4BDD-B033-358FF48B30BD}" type="presParOf" srcId="{9F4F7A1F-26F8-4F44-8BF7-E5150DB73361}" destId="{73A61A97-43C0-4A94-B988-D376D105CDD3}" srcOrd="3" destOrd="0" presId="urn:microsoft.com/office/officeart/2018/2/layout/IconVerticalSolidList"/>
    <dgm:cxn modelId="{97AA9984-0C57-4B0F-8733-DE597A53A9D4}" type="presParOf" srcId="{35D96E60-C94C-41CC-B1DC-E0250DA93811}" destId="{97D35F92-AB71-4B50-8FF5-7145FE116C01}" srcOrd="3" destOrd="0" presId="urn:microsoft.com/office/officeart/2018/2/layout/IconVerticalSolidList"/>
    <dgm:cxn modelId="{8AE0DEA5-A26C-4E56-B3CE-2E1032448C9C}" type="presParOf" srcId="{35D96E60-C94C-41CC-B1DC-E0250DA93811}" destId="{29E1D68E-29FC-47B1-A5BA-1B06FE5B855C}" srcOrd="4" destOrd="0" presId="urn:microsoft.com/office/officeart/2018/2/layout/IconVerticalSolidList"/>
    <dgm:cxn modelId="{215D91C6-BC8B-43D1-9E8E-60632BCD164A}" type="presParOf" srcId="{29E1D68E-29FC-47B1-A5BA-1B06FE5B855C}" destId="{ED6A1FAD-DFF1-412F-B097-741AAD19990B}" srcOrd="0" destOrd="0" presId="urn:microsoft.com/office/officeart/2018/2/layout/IconVerticalSolidList"/>
    <dgm:cxn modelId="{9B9035AB-28FA-4E0C-AC5D-DC34973A89C8}" type="presParOf" srcId="{29E1D68E-29FC-47B1-A5BA-1B06FE5B855C}" destId="{5839E048-C511-410D-8CD8-5AD56ED94A29}" srcOrd="1" destOrd="0" presId="urn:microsoft.com/office/officeart/2018/2/layout/IconVerticalSolidList"/>
    <dgm:cxn modelId="{F4D6506B-C33E-4D4F-B74A-0C1EFE0E37AC}" type="presParOf" srcId="{29E1D68E-29FC-47B1-A5BA-1B06FE5B855C}" destId="{A8A3FB37-6A89-4B80-8F0D-51593F72FF12}" srcOrd="2" destOrd="0" presId="urn:microsoft.com/office/officeart/2018/2/layout/IconVerticalSolidList"/>
    <dgm:cxn modelId="{C1AFAF65-EB1D-4735-BDCF-4D7C83247CDC}" type="presParOf" srcId="{29E1D68E-29FC-47B1-A5BA-1B06FE5B855C}" destId="{967DEBC3-8A75-4B2D-8D64-61A8D02D1A4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9953D32-6EEE-4DC1-B7D2-0BD1270F9450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D76399B-4604-4BF2-8D1E-9459D2AC018A}">
      <dgm:prSet/>
      <dgm:spPr/>
      <dgm:t>
        <a:bodyPr/>
        <a:lstStyle/>
        <a:p>
          <a:r>
            <a:rPr lang="en-US"/>
            <a:t>Auto-kill malicious processes</a:t>
          </a:r>
        </a:p>
      </dgm:t>
    </dgm:pt>
    <dgm:pt modelId="{4200EDB9-AE9E-44A0-98FF-63132AED53A9}" type="parTrans" cxnId="{D9497593-12C0-422E-80E3-5B14E95241BC}">
      <dgm:prSet/>
      <dgm:spPr/>
      <dgm:t>
        <a:bodyPr/>
        <a:lstStyle/>
        <a:p>
          <a:endParaRPr lang="en-US"/>
        </a:p>
      </dgm:t>
    </dgm:pt>
    <dgm:pt modelId="{670320A3-7D7B-49B8-800F-3071087BFCBE}" type="sibTrans" cxnId="{D9497593-12C0-422E-80E3-5B14E95241BC}">
      <dgm:prSet/>
      <dgm:spPr/>
      <dgm:t>
        <a:bodyPr/>
        <a:lstStyle/>
        <a:p>
          <a:endParaRPr lang="en-US"/>
        </a:p>
      </dgm:t>
    </dgm:pt>
    <dgm:pt modelId="{940AA852-0CD5-403D-93A8-0093B960E33B}">
      <dgm:prSet/>
      <dgm:spPr/>
      <dgm:t>
        <a:bodyPr/>
        <a:lstStyle/>
        <a:p>
          <a:r>
            <a:rPr lang="en-US"/>
            <a:t>Cloud integration</a:t>
          </a:r>
        </a:p>
      </dgm:t>
    </dgm:pt>
    <dgm:pt modelId="{E6001869-B6C9-4133-B1F3-B37FB97A7CAD}" type="parTrans" cxnId="{96C5DBF4-7038-4F16-983E-7860F41C4EBB}">
      <dgm:prSet/>
      <dgm:spPr/>
      <dgm:t>
        <a:bodyPr/>
        <a:lstStyle/>
        <a:p>
          <a:endParaRPr lang="en-US"/>
        </a:p>
      </dgm:t>
    </dgm:pt>
    <dgm:pt modelId="{76A64AB9-8FB9-4B96-BA81-C4AD85F512B0}" type="sibTrans" cxnId="{96C5DBF4-7038-4F16-983E-7860F41C4EBB}">
      <dgm:prSet/>
      <dgm:spPr/>
      <dgm:t>
        <a:bodyPr/>
        <a:lstStyle/>
        <a:p>
          <a:endParaRPr lang="en-US"/>
        </a:p>
      </dgm:t>
    </dgm:pt>
    <dgm:pt modelId="{069BFD3B-B90C-4243-BAA6-706D11B2F51A}">
      <dgm:prSet/>
      <dgm:spPr/>
      <dgm:t>
        <a:bodyPr/>
        <a:lstStyle/>
        <a:p>
          <a:r>
            <a:rPr lang="en-US"/>
            <a:t>Self-learning model per system</a:t>
          </a:r>
        </a:p>
      </dgm:t>
    </dgm:pt>
    <dgm:pt modelId="{B6278A59-6268-49AC-9E13-4B1C01F35DAF}" type="parTrans" cxnId="{4D98DDE6-14EB-4AB0-BDE4-D4E657C83430}">
      <dgm:prSet/>
      <dgm:spPr/>
      <dgm:t>
        <a:bodyPr/>
        <a:lstStyle/>
        <a:p>
          <a:endParaRPr lang="en-US"/>
        </a:p>
      </dgm:t>
    </dgm:pt>
    <dgm:pt modelId="{7B8FFA0D-600B-41DD-8FDE-76CBA792A1DE}" type="sibTrans" cxnId="{4D98DDE6-14EB-4AB0-BDE4-D4E657C83430}">
      <dgm:prSet/>
      <dgm:spPr/>
      <dgm:t>
        <a:bodyPr/>
        <a:lstStyle/>
        <a:p>
          <a:endParaRPr lang="en-US"/>
        </a:p>
      </dgm:t>
    </dgm:pt>
    <dgm:pt modelId="{4BC5CCE5-2E40-4CCE-9F32-644452948FF5}">
      <dgm:prSet/>
      <dgm:spPr/>
      <dgm:t>
        <a:bodyPr/>
        <a:lstStyle/>
        <a:p>
          <a:r>
            <a:rPr lang="en-US"/>
            <a:t>Alert system (email/notification)</a:t>
          </a:r>
        </a:p>
      </dgm:t>
    </dgm:pt>
    <dgm:pt modelId="{027BADF0-2CA9-479E-9215-D84E422FAD2D}" type="parTrans" cxnId="{82B119BD-FB86-4A32-A086-14A47D5B209A}">
      <dgm:prSet/>
      <dgm:spPr/>
      <dgm:t>
        <a:bodyPr/>
        <a:lstStyle/>
        <a:p>
          <a:endParaRPr lang="en-US"/>
        </a:p>
      </dgm:t>
    </dgm:pt>
    <dgm:pt modelId="{9B67EFA8-4DEE-47C2-BBE3-8DBFEC1EBBF3}" type="sibTrans" cxnId="{82B119BD-FB86-4A32-A086-14A47D5B209A}">
      <dgm:prSet/>
      <dgm:spPr/>
      <dgm:t>
        <a:bodyPr/>
        <a:lstStyle/>
        <a:p>
          <a:endParaRPr lang="en-US"/>
        </a:p>
      </dgm:t>
    </dgm:pt>
    <dgm:pt modelId="{A5FC65F1-3363-4130-A12E-C30FF90E60A2}" type="pres">
      <dgm:prSet presAssocID="{09953D32-6EEE-4DC1-B7D2-0BD1270F9450}" presName="matrix" presStyleCnt="0">
        <dgm:presLayoutVars>
          <dgm:chMax val="1"/>
          <dgm:dir/>
          <dgm:resizeHandles val="exact"/>
        </dgm:presLayoutVars>
      </dgm:prSet>
      <dgm:spPr/>
    </dgm:pt>
    <dgm:pt modelId="{93612280-9E06-4D26-8253-BC13EBEF3B4C}" type="pres">
      <dgm:prSet presAssocID="{09953D32-6EEE-4DC1-B7D2-0BD1270F9450}" presName="diamond" presStyleLbl="bgShp" presStyleIdx="0" presStyleCnt="1"/>
      <dgm:spPr/>
    </dgm:pt>
    <dgm:pt modelId="{937D1168-6962-4A8F-BC2F-3A946366BBC7}" type="pres">
      <dgm:prSet presAssocID="{09953D32-6EEE-4DC1-B7D2-0BD1270F9450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445C02B-C6CE-4375-86B9-EF15E68C0303}" type="pres">
      <dgm:prSet presAssocID="{09953D32-6EEE-4DC1-B7D2-0BD1270F9450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2867FB8-7483-473E-AAFB-57B95849E4AD}" type="pres">
      <dgm:prSet presAssocID="{09953D32-6EEE-4DC1-B7D2-0BD1270F9450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0B7CFD9-D77A-401D-8E29-4DED4647B458}" type="pres">
      <dgm:prSet presAssocID="{09953D32-6EEE-4DC1-B7D2-0BD1270F9450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F9CD227-68AD-4BCE-8664-1B024A56ACEE}" type="presOf" srcId="{940AA852-0CD5-403D-93A8-0093B960E33B}" destId="{A445C02B-C6CE-4375-86B9-EF15E68C0303}" srcOrd="0" destOrd="0" presId="urn:microsoft.com/office/officeart/2005/8/layout/matrix3"/>
    <dgm:cxn modelId="{94E61139-11DA-4C68-A473-5534E59EB783}" type="presOf" srcId="{069BFD3B-B90C-4243-BAA6-706D11B2F51A}" destId="{C2867FB8-7483-473E-AAFB-57B95849E4AD}" srcOrd="0" destOrd="0" presId="urn:microsoft.com/office/officeart/2005/8/layout/matrix3"/>
    <dgm:cxn modelId="{65FD4F71-95CF-4DE9-AEC7-A30391DAB2E2}" type="presOf" srcId="{09953D32-6EEE-4DC1-B7D2-0BD1270F9450}" destId="{A5FC65F1-3363-4130-A12E-C30FF90E60A2}" srcOrd="0" destOrd="0" presId="urn:microsoft.com/office/officeart/2005/8/layout/matrix3"/>
    <dgm:cxn modelId="{C359E27A-CDE2-4D86-9BB2-F5B89EB609A1}" type="presOf" srcId="{4BC5CCE5-2E40-4CCE-9F32-644452948FF5}" destId="{E0B7CFD9-D77A-401D-8E29-4DED4647B458}" srcOrd="0" destOrd="0" presId="urn:microsoft.com/office/officeart/2005/8/layout/matrix3"/>
    <dgm:cxn modelId="{D9497593-12C0-422E-80E3-5B14E95241BC}" srcId="{09953D32-6EEE-4DC1-B7D2-0BD1270F9450}" destId="{2D76399B-4604-4BF2-8D1E-9459D2AC018A}" srcOrd="0" destOrd="0" parTransId="{4200EDB9-AE9E-44A0-98FF-63132AED53A9}" sibTransId="{670320A3-7D7B-49B8-800F-3071087BFCBE}"/>
    <dgm:cxn modelId="{82B119BD-FB86-4A32-A086-14A47D5B209A}" srcId="{09953D32-6EEE-4DC1-B7D2-0BD1270F9450}" destId="{4BC5CCE5-2E40-4CCE-9F32-644452948FF5}" srcOrd="3" destOrd="0" parTransId="{027BADF0-2CA9-479E-9215-D84E422FAD2D}" sibTransId="{9B67EFA8-4DEE-47C2-BBE3-8DBFEC1EBBF3}"/>
    <dgm:cxn modelId="{4D98DDE6-14EB-4AB0-BDE4-D4E657C83430}" srcId="{09953D32-6EEE-4DC1-B7D2-0BD1270F9450}" destId="{069BFD3B-B90C-4243-BAA6-706D11B2F51A}" srcOrd="2" destOrd="0" parTransId="{B6278A59-6268-49AC-9E13-4B1C01F35DAF}" sibTransId="{7B8FFA0D-600B-41DD-8FDE-76CBA792A1DE}"/>
    <dgm:cxn modelId="{96C5DBF4-7038-4F16-983E-7860F41C4EBB}" srcId="{09953D32-6EEE-4DC1-B7D2-0BD1270F9450}" destId="{940AA852-0CD5-403D-93A8-0093B960E33B}" srcOrd="1" destOrd="0" parTransId="{E6001869-B6C9-4133-B1F3-B37FB97A7CAD}" sibTransId="{76A64AB9-8FB9-4B96-BA81-C4AD85F512B0}"/>
    <dgm:cxn modelId="{AFD28FFF-7627-4D4A-80E2-6B5BDABA020D}" type="presOf" srcId="{2D76399B-4604-4BF2-8D1E-9459D2AC018A}" destId="{937D1168-6962-4A8F-BC2F-3A946366BBC7}" srcOrd="0" destOrd="0" presId="urn:microsoft.com/office/officeart/2005/8/layout/matrix3"/>
    <dgm:cxn modelId="{2E2BE18C-264A-4F59-B7F6-4B27FCA28108}" type="presParOf" srcId="{A5FC65F1-3363-4130-A12E-C30FF90E60A2}" destId="{93612280-9E06-4D26-8253-BC13EBEF3B4C}" srcOrd="0" destOrd="0" presId="urn:microsoft.com/office/officeart/2005/8/layout/matrix3"/>
    <dgm:cxn modelId="{C21F0C45-6620-441E-BD16-A6A50720B1AE}" type="presParOf" srcId="{A5FC65F1-3363-4130-A12E-C30FF90E60A2}" destId="{937D1168-6962-4A8F-BC2F-3A946366BBC7}" srcOrd="1" destOrd="0" presId="urn:microsoft.com/office/officeart/2005/8/layout/matrix3"/>
    <dgm:cxn modelId="{D275F294-76A1-4C49-BA83-E975DC29A2A7}" type="presParOf" srcId="{A5FC65F1-3363-4130-A12E-C30FF90E60A2}" destId="{A445C02B-C6CE-4375-86B9-EF15E68C0303}" srcOrd="2" destOrd="0" presId="urn:microsoft.com/office/officeart/2005/8/layout/matrix3"/>
    <dgm:cxn modelId="{D1320F94-BB5E-4439-83F1-D8B5B5BBCDF6}" type="presParOf" srcId="{A5FC65F1-3363-4130-A12E-C30FF90E60A2}" destId="{C2867FB8-7483-473E-AAFB-57B95849E4AD}" srcOrd="3" destOrd="0" presId="urn:microsoft.com/office/officeart/2005/8/layout/matrix3"/>
    <dgm:cxn modelId="{8795DF59-2838-4649-AA10-6C560D5A2ED1}" type="presParOf" srcId="{A5FC65F1-3363-4130-A12E-C30FF90E60A2}" destId="{E0B7CFD9-D77A-401D-8E29-4DED4647B458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C6DECD0-3290-46DD-B3E5-DB3FAA90B46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1687E91-82C7-44B2-A643-1264A27ABC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NeuroGuard = AI-powered Task Manager</a:t>
          </a:r>
        </a:p>
      </dgm:t>
    </dgm:pt>
    <dgm:pt modelId="{90413948-5034-4006-A9B7-342E1722F527}" type="parTrans" cxnId="{B6F6A958-8C5F-4EAE-B1B1-1E43013DA907}">
      <dgm:prSet/>
      <dgm:spPr/>
      <dgm:t>
        <a:bodyPr/>
        <a:lstStyle/>
        <a:p>
          <a:endParaRPr lang="en-US"/>
        </a:p>
      </dgm:t>
    </dgm:pt>
    <dgm:pt modelId="{02844FA1-080A-4E7D-B0B4-3B64A132169F}" type="sibTrans" cxnId="{B6F6A958-8C5F-4EAE-B1B1-1E43013DA907}">
      <dgm:prSet/>
      <dgm:spPr/>
      <dgm:t>
        <a:bodyPr/>
        <a:lstStyle/>
        <a:p>
          <a:endParaRPr lang="en-US"/>
        </a:p>
      </dgm:t>
    </dgm:pt>
    <dgm:pt modelId="{A8780CB2-8658-4776-98C3-BEC916EF10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Enhances system security</a:t>
          </a:r>
        </a:p>
      </dgm:t>
    </dgm:pt>
    <dgm:pt modelId="{DB349F1F-808E-4E58-9A45-AEB364AD0117}" type="parTrans" cxnId="{E093190D-B8C5-4C6C-B7F9-533641517C2C}">
      <dgm:prSet/>
      <dgm:spPr/>
      <dgm:t>
        <a:bodyPr/>
        <a:lstStyle/>
        <a:p>
          <a:endParaRPr lang="en-US"/>
        </a:p>
      </dgm:t>
    </dgm:pt>
    <dgm:pt modelId="{775B4A44-F9A4-4A80-A578-CD0B4A135199}" type="sibTrans" cxnId="{E093190D-B8C5-4C6C-B7F9-533641517C2C}">
      <dgm:prSet/>
      <dgm:spPr/>
      <dgm:t>
        <a:bodyPr/>
        <a:lstStyle/>
        <a:p>
          <a:endParaRPr lang="en-US"/>
        </a:p>
      </dgm:t>
    </dgm:pt>
    <dgm:pt modelId="{8F8FD81A-68CC-41C5-9817-567B3E70E1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Detects unknown threats efficiently</a:t>
          </a:r>
        </a:p>
      </dgm:t>
    </dgm:pt>
    <dgm:pt modelId="{35D62671-0E1D-4D2D-A22B-24830BC35C50}" type="parTrans" cxnId="{9E6B3837-9D83-4987-87A4-26930F98EC4D}">
      <dgm:prSet/>
      <dgm:spPr/>
      <dgm:t>
        <a:bodyPr/>
        <a:lstStyle/>
        <a:p>
          <a:endParaRPr lang="en-US"/>
        </a:p>
      </dgm:t>
    </dgm:pt>
    <dgm:pt modelId="{01E16677-52E8-44D1-9490-5759AECCAA8D}" type="sibTrans" cxnId="{9E6B3837-9D83-4987-87A4-26930F98EC4D}">
      <dgm:prSet/>
      <dgm:spPr/>
      <dgm:t>
        <a:bodyPr/>
        <a:lstStyle/>
        <a:p>
          <a:endParaRPr lang="en-US"/>
        </a:p>
      </dgm:t>
    </dgm:pt>
    <dgm:pt modelId="{1556E7B7-70F2-4F97-A41B-18A3AC4BEDF8}" type="pres">
      <dgm:prSet presAssocID="{BC6DECD0-3290-46DD-B3E5-DB3FAA90B46B}" presName="root" presStyleCnt="0">
        <dgm:presLayoutVars>
          <dgm:dir/>
          <dgm:resizeHandles val="exact"/>
        </dgm:presLayoutVars>
      </dgm:prSet>
      <dgm:spPr/>
    </dgm:pt>
    <dgm:pt modelId="{F70BB64D-51BC-4C59-8863-AB3B033191D0}" type="pres">
      <dgm:prSet presAssocID="{41687E91-82C7-44B2-A643-1264A27ABC71}" presName="compNode" presStyleCnt="0"/>
      <dgm:spPr/>
    </dgm:pt>
    <dgm:pt modelId="{6E5BBE1E-524F-4032-A6D5-9296CB7C8E99}" type="pres">
      <dgm:prSet presAssocID="{41687E91-82C7-44B2-A643-1264A27ABC71}" presName="bgRect" presStyleLbl="bgShp" presStyleIdx="0" presStyleCnt="3"/>
      <dgm:spPr/>
    </dgm:pt>
    <dgm:pt modelId="{C0DF0379-16C9-4D36-A120-5BCFE47B4034}" type="pres">
      <dgm:prSet presAssocID="{41687E91-82C7-44B2-A643-1264A27ABC7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77477C9-0043-4CA7-BC7B-ADAADE169BDD}" type="pres">
      <dgm:prSet presAssocID="{41687E91-82C7-44B2-A643-1264A27ABC71}" presName="spaceRect" presStyleCnt="0"/>
      <dgm:spPr/>
    </dgm:pt>
    <dgm:pt modelId="{2A03B998-2BEA-4D46-A378-7E6E36BCC238}" type="pres">
      <dgm:prSet presAssocID="{41687E91-82C7-44B2-A643-1264A27ABC71}" presName="parTx" presStyleLbl="revTx" presStyleIdx="0" presStyleCnt="3">
        <dgm:presLayoutVars>
          <dgm:chMax val="0"/>
          <dgm:chPref val="0"/>
        </dgm:presLayoutVars>
      </dgm:prSet>
      <dgm:spPr/>
    </dgm:pt>
    <dgm:pt modelId="{C47C3A42-60A5-4A3D-80A5-A221CD3FE7E0}" type="pres">
      <dgm:prSet presAssocID="{02844FA1-080A-4E7D-B0B4-3B64A132169F}" presName="sibTrans" presStyleCnt="0"/>
      <dgm:spPr/>
    </dgm:pt>
    <dgm:pt modelId="{DA8FE473-CB10-45DF-BC4C-CDEE6CF324EB}" type="pres">
      <dgm:prSet presAssocID="{A8780CB2-8658-4776-98C3-BEC916EF10E1}" presName="compNode" presStyleCnt="0"/>
      <dgm:spPr/>
    </dgm:pt>
    <dgm:pt modelId="{540548E3-66C9-466A-9178-7A71A7727472}" type="pres">
      <dgm:prSet presAssocID="{A8780CB2-8658-4776-98C3-BEC916EF10E1}" presName="bgRect" presStyleLbl="bgShp" presStyleIdx="1" presStyleCnt="3"/>
      <dgm:spPr/>
    </dgm:pt>
    <dgm:pt modelId="{EB4E9F56-4DB9-4531-93DE-F54CC952CA8B}" type="pres">
      <dgm:prSet presAssocID="{A8780CB2-8658-4776-98C3-BEC916EF10E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8EB37D54-C4B8-4F87-88A2-77449E95A306}" type="pres">
      <dgm:prSet presAssocID="{A8780CB2-8658-4776-98C3-BEC916EF10E1}" presName="spaceRect" presStyleCnt="0"/>
      <dgm:spPr/>
    </dgm:pt>
    <dgm:pt modelId="{2F09C38D-80BE-4473-9A26-6EFF44F17A26}" type="pres">
      <dgm:prSet presAssocID="{A8780CB2-8658-4776-98C3-BEC916EF10E1}" presName="parTx" presStyleLbl="revTx" presStyleIdx="1" presStyleCnt="3">
        <dgm:presLayoutVars>
          <dgm:chMax val="0"/>
          <dgm:chPref val="0"/>
        </dgm:presLayoutVars>
      </dgm:prSet>
      <dgm:spPr/>
    </dgm:pt>
    <dgm:pt modelId="{F1F23EAD-F6A0-4BE3-A1DE-7F53239E68D1}" type="pres">
      <dgm:prSet presAssocID="{775B4A44-F9A4-4A80-A578-CD0B4A135199}" presName="sibTrans" presStyleCnt="0"/>
      <dgm:spPr/>
    </dgm:pt>
    <dgm:pt modelId="{EE32680F-6AE7-44E6-803A-597C7B11CC91}" type="pres">
      <dgm:prSet presAssocID="{8F8FD81A-68CC-41C5-9817-567B3E70E1B8}" presName="compNode" presStyleCnt="0"/>
      <dgm:spPr/>
    </dgm:pt>
    <dgm:pt modelId="{B3AC8995-33C8-4C6A-B925-462259114F80}" type="pres">
      <dgm:prSet presAssocID="{8F8FD81A-68CC-41C5-9817-567B3E70E1B8}" presName="bgRect" presStyleLbl="bgShp" presStyleIdx="2" presStyleCnt="3"/>
      <dgm:spPr/>
    </dgm:pt>
    <dgm:pt modelId="{DF988B43-6A5F-4BB8-B8E2-C010DA3228AC}" type="pres">
      <dgm:prSet presAssocID="{8F8FD81A-68CC-41C5-9817-567B3E70E1B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73BCABFB-E93F-40A8-88C0-E07A7B637817}" type="pres">
      <dgm:prSet presAssocID="{8F8FD81A-68CC-41C5-9817-567B3E70E1B8}" presName="spaceRect" presStyleCnt="0"/>
      <dgm:spPr/>
    </dgm:pt>
    <dgm:pt modelId="{68F43AD4-B630-4C64-8EAF-DC738BEF3B48}" type="pres">
      <dgm:prSet presAssocID="{8F8FD81A-68CC-41C5-9817-567B3E70E1B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093190D-B8C5-4C6C-B7F9-533641517C2C}" srcId="{BC6DECD0-3290-46DD-B3E5-DB3FAA90B46B}" destId="{A8780CB2-8658-4776-98C3-BEC916EF10E1}" srcOrd="1" destOrd="0" parTransId="{DB349F1F-808E-4E58-9A45-AEB364AD0117}" sibTransId="{775B4A44-F9A4-4A80-A578-CD0B4A135199}"/>
    <dgm:cxn modelId="{9E6B3837-9D83-4987-87A4-26930F98EC4D}" srcId="{BC6DECD0-3290-46DD-B3E5-DB3FAA90B46B}" destId="{8F8FD81A-68CC-41C5-9817-567B3E70E1B8}" srcOrd="2" destOrd="0" parTransId="{35D62671-0E1D-4D2D-A22B-24830BC35C50}" sibTransId="{01E16677-52E8-44D1-9490-5759AECCAA8D}"/>
    <dgm:cxn modelId="{67FB2539-2EC6-4F66-B6CB-D210739BCC36}" type="presOf" srcId="{8F8FD81A-68CC-41C5-9817-567B3E70E1B8}" destId="{68F43AD4-B630-4C64-8EAF-DC738BEF3B48}" srcOrd="0" destOrd="0" presId="urn:microsoft.com/office/officeart/2018/2/layout/IconVerticalSolidList"/>
    <dgm:cxn modelId="{A5868C5F-1490-4426-8174-141193A854A4}" type="presOf" srcId="{BC6DECD0-3290-46DD-B3E5-DB3FAA90B46B}" destId="{1556E7B7-70F2-4F97-A41B-18A3AC4BEDF8}" srcOrd="0" destOrd="0" presId="urn:microsoft.com/office/officeart/2018/2/layout/IconVerticalSolidList"/>
    <dgm:cxn modelId="{B6F6A958-8C5F-4EAE-B1B1-1E43013DA907}" srcId="{BC6DECD0-3290-46DD-B3E5-DB3FAA90B46B}" destId="{41687E91-82C7-44B2-A643-1264A27ABC71}" srcOrd="0" destOrd="0" parTransId="{90413948-5034-4006-A9B7-342E1722F527}" sibTransId="{02844FA1-080A-4E7D-B0B4-3B64A132169F}"/>
    <dgm:cxn modelId="{6848D47C-3DA2-4B6E-BEDB-5275DB7456FE}" type="presOf" srcId="{41687E91-82C7-44B2-A643-1264A27ABC71}" destId="{2A03B998-2BEA-4D46-A378-7E6E36BCC238}" srcOrd="0" destOrd="0" presId="urn:microsoft.com/office/officeart/2018/2/layout/IconVerticalSolidList"/>
    <dgm:cxn modelId="{B02AD8A8-4914-4036-92AA-D3811E92DA42}" type="presOf" srcId="{A8780CB2-8658-4776-98C3-BEC916EF10E1}" destId="{2F09C38D-80BE-4473-9A26-6EFF44F17A26}" srcOrd="0" destOrd="0" presId="urn:microsoft.com/office/officeart/2018/2/layout/IconVerticalSolidList"/>
    <dgm:cxn modelId="{AC2C3B12-B9FA-4456-BEDF-E514B00E786C}" type="presParOf" srcId="{1556E7B7-70F2-4F97-A41B-18A3AC4BEDF8}" destId="{F70BB64D-51BC-4C59-8863-AB3B033191D0}" srcOrd="0" destOrd="0" presId="urn:microsoft.com/office/officeart/2018/2/layout/IconVerticalSolidList"/>
    <dgm:cxn modelId="{CEEA3F37-96D9-41A1-8E5A-CA560ACFF33F}" type="presParOf" srcId="{F70BB64D-51BC-4C59-8863-AB3B033191D0}" destId="{6E5BBE1E-524F-4032-A6D5-9296CB7C8E99}" srcOrd="0" destOrd="0" presId="urn:microsoft.com/office/officeart/2018/2/layout/IconVerticalSolidList"/>
    <dgm:cxn modelId="{E89BBDAE-DDDA-4F3D-9F29-D36F74002CA8}" type="presParOf" srcId="{F70BB64D-51BC-4C59-8863-AB3B033191D0}" destId="{C0DF0379-16C9-4D36-A120-5BCFE47B4034}" srcOrd="1" destOrd="0" presId="urn:microsoft.com/office/officeart/2018/2/layout/IconVerticalSolidList"/>
    <dgm:cxn modelId="{40A3F900-D8D0-4CCC-AE0B-257AB1F8786F}" type="presParOf" srcId="{F70BB64D-51BC-4C59-8863-AB3B033191D0}" destId="{077477C9-0043-4CA7-BC7B-ADAADE169BDD}" srcOrd="2" destOrd="0" presId="urn:microsoft.com/office/officeart/2018/2/layout/IconVerticalSolidList"/>
    <dgm:cxn modelId="{711F3DEB-C4D6-450B-B13C-D02AD4757DA8}" type="presParOf" srcId="{F70BB64D-51BC-4C59-8863-AB3B033191D0}" destId="{2A03B998-2BEA-4D46-A378-7E6E36BCC238}" srcOrd="3" destOrd="0" presId="urn:microsoft.com/office/officeart/2018/2/layout/IconVerticalSolidList"/>
    <dgm:cxn modelId="{79954A34-43CA-4BEE-9259-C869834703C5}" type="presParOf" srcId="{1556E7B7-70F2-4F97-A41B-18A3AC4BEDF8}" destId="{C47C3A42-60A5-4A3D-80A5-A221CD3FE7E0}" srcOrd="1" destOrd="0" presId="urn:microsoft.com/office/officeart/2018/2/layout/IconVerticalSolidList"/>
    <dgm:cxn modelId="{B8FFE713-1386-4B4A-BC83-913587FF38A4}" type="presParOf" srcId="{1556E7B7-70F2-4F97-A41B-18A3AC4BEDF8}" destId="{DA8FE473-CB10-45DF-BC4C-CDEE6CF324EB}" srcOrd="2" destOrd="0" presId="urn:microsoft.com/office/officeart/2018/2/layout/IconVerticalSolidList"/>
    <dgm:cxn modelId="{7D04438B-2536-4D67-94B3-DD6F2EE16FDC}" type="presParOf" srcId="{DA8FE473-CB10-45DF-BC4C-CDEE6CF324EB}" destId="{540548E3-66C9-466A-9178-7A71A7727472}" srcOrd="0" destOrd="0" presId="urn:microsoft.com/office/officeart/2018/2/layout/IconVerticalSolidList"/>
    <dgm:cxn modelId="{F5F1A56B-0451-4CB8-A1DE-2AD8156CC371}" type="presParOf" srcId="{DA8FE473-CB10-45DF-BC4C-CDEE6CF324EB}" destId="{EB4E9F56-4DB9-4531-93DE-F54CC952CA8B}" srcOrd="1" destOrd="0" presId="urn:microsoft.com/office/officeart/2018/2/layout/IconVerticalSolidList"/>
    <dgm:cxn modelId="{12D65E30-8FF7-4580-9905-8B1625624831}" type="presParOf" srcId="{DA8FE473-CB10-45DF-BC4C-CDEE6CF324EB}" destId="{8EB37D54-C4B8-4F87-88A2-77449E95A306}" srcOrd="2" destOrd="0" presId="urn:microsoft.com/office/officeart/2018/2/layout/IconVerticalSolidList"/>
    <dgm:cxn modelId="{764935BB-3112-4B06-BCB1-1C8678EE7D6D}" type="presParOf" srcId="{DA8FE473-CB10-45DF-BC4C-CDEE6CF324EB}" destId="{2F09C38D-80BE-4473-9A26-6EFF44F17A26}" srcOrd="3" destOrd="0" presId="urn:microsoft.com/office/officeart/2018/2/layout/IconVerticalSolidList"/>
    <dgm:cxn modelId="{D693ABE6-F9C4-40A6-BCC6-8B85056F6BB7}" type="presParOf" srcId="{1556E7B7-70F2-4F97-A41B-18A3AC4BEDF8}" destId="{F1F23EAD-F6A0-4BE3-A1DE-7F53239E68D1}" srcOrd="3" destOrd="0" presId="urn:microsoft.com/office/officeart/2018/2/layout/IconVerticalSolidList"/>
    <dgm:cxn modelId="{8F0D4A57-90CF-4C83-97A9-7B01839F26CB}" type="presParOf" srcId="{1556E7B7-70F2-4F97-A41B-18A3AC4BEDF8}" destId="{EE32680F-6AE7-44E6-803A-597C7B11CC91}" srcOrd="4" destOrd="0" presId="urn:microsoft.com/office/officeart/2018/2/layout/IconVerticalSolidList"/>
    <dgm:cxn modelId="{7B16CEBA-6223-46CC-A945-FD6A6F09436E}" type="presParOf" srcId="{EE32680F-6AE7-44E6-803A-597C7B11CC91}" destId="{B3AC8995-33C8-4C6A-B925-462259114F80}" srcOrd="0" destOrd="0" presId="urn:microsoft.com/office/officeart/2018/2/layout/IconVerticalSolidList"/>
    <dgm:cxn modelId="{4F4F8C3B-9EF3-4A20-BD94-84F8FB3EBDBC}" type="presParOf" srcId="{EE32680F-6AE7-44E6-803A-597C7B11CC91}" destId="{DF988B43-6A5F-4BB8-B8E2-C010DA3228AC}" srcOrd="1" destOrd="0" presId="urn:microsoft.com/office/officeart/2018/2/layout/IconVerticalSolidList"/>
    <dgm:cxn modelId="{5A35F06C-2FB6-4A0E-8A16-3E863B1D6FE2}" type="presParOf" srcId="{EE32680F-6AE7-44E6-803A-597C7B11CC91}" destId="{73BCABFB-E93F-40A8-88C0-E07A7B637817}" srcOrd="2" destOrd="0" presId="urn:microsoft.com/office/officeart/2018/2/layout/IconVerticalSolidList"/>
    <dgm:cxn modelId="{0BF299F4-01DA-4ECB-8FBE-1D6CD500D877}" type="presParOf" srcId="{EE32680F-6AE7-44E6-803A-597C7B11CC91}" destId="{68F43AD4-B630-4C64-8EAF-DC738BEF3B4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C4C73F-E87B-4402-A892-BA652B75289B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845A24-1F19-49DA-BA04-7DA44FF211D2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6E8C66-E855-45AA-BC7E-58BC8F8938BE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Task Manager shows only raw data</a:t>
          </a:r>
        </a:p>
      </dsp:txBody>
      <dsp:txXfrm>
        <a:off x="46529" y="2703902"/>
        <a:ext cx="2418750" cy="720000"/>
      </dsp:txXfrm>
    </dsp:sp>
    <dsp:sp modelId="{7E208E65-4E5B-4C63-9C5A-7CFC5EF32BFC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51002A-65E9-4DB7-A144-31E395A01329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598936-7D57-40F9-BB2D-915687CFD2C6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No intelligent threat detection</a:t>
          </a:r>
        </a:p>
      </dsp:txBody>
      <dsp:txXfrm>
        <a:off x="2888560" y="2703902"/>
        <a:ext cx="2418750" cy="720000"/>
      </dsp:txXfrm>
    </dsp:sp>
    <dsp:sp modelId="{D492E2F4-154D-4E05-863E-ACE510A93A0A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3831F6-BE05-4AAC-90B8-9638BF8E1A18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9B637F-E78A-43D5-B425-58A047A611EC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Users cannot identify hidden malware easily</a:t>
          </a:r>
        </a:p>
      </dsp:txBody>
      <dsp:txXfrm>
        <a:off x="5730591" y="2703902"/>
        <a:ext cx="241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011C7A-B3DD-4187-96A5-DB4FF4B44409}">
      <dsp:nvSpPr>
        <dsp:cNvPr id="0" name=""/>
        <dsp:cNvSpPr/>
      </dsp:nvSpPr>
      <dsp:spPr>
        <a:xfrm>
          <a:off x="0" y="717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BAC0C5-59DD-4F1E-A8E5-8DC595A7456F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94A331-4B21-4B7D-A13A-44162CC93F64}">
      <dsp:nvSpPr>
        <dsp:cNvPr id="0" name=""/>
        <dsp:cNvSpPr/>
      </dsp:nvSpPr>
      <dsp:spPr>
        <a:xfrm>
          <a:off x="1939533" y="717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NeuroGuard combines monitoring + AI</a:t>
          </a:r>
        </a:p>
      </dsp:txBody>
      <dsp:txXfrm>
        <a:off x="1939533" y="717"/>
        <a:ext cx="2786667" cy="1679249"/>
      </dsp:txXfrm>
    </dsp:sp>
    <dsp:sp modelId="{272D6D90-CCB4-4BC7-9228-FBC80371580F}">
      <dsp:nvSpPr>
        <dsp:cNvPr id="0" name=""/>
        <dsp:cNvSpPr/>
      </dsp:nvSpPr>
      <dsp:spPr>
        <a:xfrm>
          <a:off x="0" y="2099779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068F13-2414-473B-97B9-0B4C71F56E3D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7A810F-04C8-40B0-88B8-6A95A22B5DEF}">
      <dsp:nvSpPr>
        <dsp:cNvPr id="0" name=""/>
        <dsp:cNvSpPr/>
      </dsp:nvSpPr>
      <dsp:spPr>
        <a:xfrm>
          <a:off x="1939533" y="2099779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Detects anomalies in system processes</a:t>
          </a:r>
        </a:p>
      </dsp:txBody>
      <dsp:txXfrm>
        <a:off x="1939533" y="2099779"/>
        <a:ext cx="2786667" cy="1679249"/>
      </dsp:txXfrm>
    </dsp:sp>
    <dsp:sp modelId="{CA5EA916-3E76-49D3-B151-D77477855D54}">
      <dsp:nvSpPr>
        <dsp:cNvPr id="0" name=""/>
        <dsp:cNvSpPr/>
      </dsp:nvSpPr>
      <dsp:spPr>
        <a:xfrm>
          <a:off x="0" y="4198841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AD9EC9-1B32-4CFF-A10C-DCDC53D56D85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DE286C-8259-4987-BA79-34FF04ABEEB6}">
      <dsp:nvSpPr>
        <dsp:cNvPr id="0" name=""/>
        <dsp:cNvSpPr/>
      </dsp:nvSpPr>
      <dsp:spPr>
        <a:xfrm>
          <a:off x="1939533" y="4198841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Provides smart insights instead of raw data</a:t>
          </a:r>
        </a:p>
      </dsp:txBody>
      <dsp:txXfrm>
        <a:off x="1939533" y="4198841"/>
        <a:ext cx="2786667" cy="16792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BD249E-D5E9-4D1F-8F7B-580DEC4D478E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3FA272-F750-4C49-B7B8-AA6A8583A500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D87E43-1D72-45B8-8721-FDEA757499D7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Python, Streamlit</a:t>
          </a:r>
        </a:p>
      </dsp:txBody>
      <dsp:txXfrm>
        <a:off x="25435" y="2456402"/>
        <a:ext cx="1800000" cy="720000"/>
      </dsp:txXfrm>
    </dsp:sp>
    <dsp:sp modelId="{0E36DBD4-8402-4F14-AE8F-BBBD42D7E0EE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AF6722-C545-40C1-A999-47897C934943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481A98-F153-4F20-A751-27A88050146B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psutil (system data)</a:t>
          </a:r>
        </a:p>
      </dsp:txBody>
      <dsp:txXfrm>
        <a:off x="2140435" y="2456402"/>
        <a:ext cx="1800000" cy="720000"/>
      </dsp:txXfrm>
    </dsp:sp>
    <dsp:sp modelId="{F5857D41-5FD1-4A5A-9D53-9C429C40A790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1D6918-13ED-4E07-B4F5-6D17E7FD34BF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7B75EA-E851-4FD9-9287-1B4353154898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Scikit-learn</a:t>
          </a:r>
        </a:p>
      </dsp:txBody>
      <dsp:txXfrm>
        <a:off x="4255435" y="2456402"/>
        <a:ext cx="1800000" cy="720000"/>
      </dsp:txXfrm>
    </dsp:sp>
    <dsp:sp modelId="{349356DC-3279-4D54-A9F9-A5FEEF6A7E02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525598-2186-4C90-921C-C7F15334C03E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32E688-3C86-4DA3-82F0-F438112EE9ED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Isolation Forest (ML Model)</a:t>
          </a:r>
        </a:p>
      </dsp:txBody>
      <dsp:txXfrm>
        <a:off x="6370435" y="2456402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29AC0B-942A-4FA1-A79C-39A800CCE818}">
      <dsp:nvSpPr>
        <dsp:cNvPr id="0" name=""/>
        <dsp:cNvSpPr/>
      </dsp:nvSpPr>
      <dsp:spPr>
        <a:xfrm>
          <a:off x="2523743" y="2177"/>
          <a:ext cx="2839212" cy="104746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Real-time monitoring</a:t>
          </a:r>
        </a:p>
      </dsp:txBody>
      <dsp:txXfrm>
        <a:off x="2574876" y="53310"/>
        <a:ext cx="2736946" cy="945199"/>
      </dsp:txXfrm>
    </dsp:sp>
    <dsp:sp modelId="{3172B1FB-E12F-471F-B541-9752532CF766}">
      <dsp:nvSpPr>
        <dsp:cNvPr id="0" name=""/>
        <dsp:cNvSpPr/>
      </dsp:nvSpPr>
      <dsp:spPr>
        <a:xfrm>
          <a:off x="2523743" y="1102016"/>
          <a:ext cx="2839212" cy="1047465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AI-based anomaly detection</a:t>
          </a:r>
        </a:p>
      </dsp:txBody>
      <dsp:txXfrm>
        <a:off x="2574876" y="1153149"/>
        <a:ext cx="2736946" cy="945199"/>
      </dsp:txXfrm>
    </dsp:sp>
    <dsp:sp modelId="{C8F5F64A-3A23-4626-B49D-6FA146BC1F80}">
      <dsp:nvSpPr>
        <dsp:cNvPr id="0" name=""/>
        <dsp:cNvSpPr/>
      </dsp:nvSpPr>
      <dsp:spPr>
        <a:xfrm>
          <a:off x="2523743" y="2201855"/>
          <a:ext cx="2839212" cy="1047465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Lightweight &amp; fast</a:t>
          </a:r>
        </a:p>
      </dsp:txBody>
      <dsp:txXfrm>
        <a:off x="2574876" y="2252988"/>
        <a:ext cx="2736946" cy="945199"/>
      </dsp:txXfrm>
    </dsp:sp>
    <dsp:sp modelId="{2D3DB211-F683-4FCE-A062-BBFF7618C965}">
      <dsp:nvSpPr>
        <dsp:cNvPr id="0" name=""/>
        <dsp:cNvSpPr/>
      </dsp:nvSpPr>
      <dsp:spPr>
        <a:xfrm>
          <a:off x="2523743" y="3301694"/>
          <a:ext cx="2839212" cy="104746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User-friendly UI</a:t>
          </a:r>
        </a:p>
      </dsp:txBody>
      <dsp:txXfrm>
        <a:off x="2574876" y="3352827"/>
        <a:ext cx="2736946" cy="9451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439A6B-5CC8-4634-82B8-817940F78443}">
      <dsp:nvSpPr>
        <dsp:cNvPr id="0" name=""/>
        <dsp:cNvSpPr/>
      </dsp:nvSpPr>
      <dsp:spPr>
        <a:xfrm>
          <a:off x="0" y="509"/>
          <a:ext cx="7886700" cy="11931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B77AE1-B719-4C34-B4ED-1CE71EB38664}">
      <dsp:nvSpPr>
        <dsp:cNvPr id="0" name=""/>
        <dsp:cNvSpPr/>
      </dsp:nvSpPr>
      <dsp:spPr>
        <a:xfrm>
          <a:off x="360915" y="268959"/>
          <a:ext cx="656209" cy="6562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8638D4-5745-430C-B602-3D7D8790A598}">
      <dsp:nvSpPr>
        <dsp:cNvPr id="0" name=""/>
        <dsp:cNvSpPr/>
      </dsp:nvSpPr>
      <dsp:spPr>
        <a:xfrm>
          <a:off x="1378039" y="509"/>
          <a:ext cx="6508660" cy="11931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271" tIns="126271" rIns="126271" bIns="12627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Task Manager → Only monitoring</a:t>
          </a:r>
        </a:p>
      </dsp:txBody>
      <dsp:txXfrm>
        <a:off x="1378039" y="509"/>
        <a:ext cx="6508660" cy="1193107"/>
      </dsp:txXfrm>
    </dsp:sp>
    <dsp:sp modelId="{080B68D9-1C31-4D33-8C09-22A9FFB0BDDB}">
      <dsp:nvSpPr>
        <dsp:cNvPr id="0" name=""/>
        <dsp:cNvSpPr/>
      </dsp:nvSpPr>
      <dsp:spPr>
        <a:xfrm>
          <a:off x="0" y="1491894"/>
          <a:ext cx="7886700" cy="11931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3D5A76-CABE-47C8-8080-CA5934144BED}">
      <dsp:nvSpPr>
        <dsp:cNvPr id="0" name=""/>
        <dsp:cNvSpPr/>
      </dsp:nvSpPr>
      <dsp:spPr>
        <a:xfrm>
          <a:off x="360915" y="1760343"/>
          <a:ext cx="656209" cy="6562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A61A97-43C0-4A94-B988-D376D105CDD3}">
      <dsp:nvSpPr>
        <dsp:cNvPr id="0" name=""/>
        <dsp:cNvSpPr/>
      </dsp:nvSpPr>
      <dsp:spPr>
        <a:xfrm>
          <a:off x="1378039" y="1491894"/>
          <a:ext cx="6508660" cy="11931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271" tIns="126271" rIns="126271" bIns="12627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NeuroGuard → Monitoring + AI Detection</a:t>
          </a:r>
        </a:p>
      </dsp:txBody>
      <dsp:txXfrm>
        <a:off x="1378039" y="1491894"/>
        <a:ext cx="6508660" cy="1193107"/>
      </dsp:txXfrm>
    </dsp:sp>
    <dsp:sp modelId="{ED6A1FAD-DFF1-412F-B097-741AAD19990B}">
      <dsp:nvSpPr>
        <dsp:cNvPr id="0" name=""/>
        <dsp:cNvSpPr/>
      </dsp:nvSpPr>
      <dsp:spPr>
        <a:xfrm>
          <a:off x="0" y="2983279"/>
          <a:ext cx="7886700" cy="11931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39E048-C511-410D-8CD8-5AD56ED94A29}">
      <dsp:nvSpPr>
        <dsp:cNvPr id="0" name=""/>
        <dsp:cNvSpPr/>
      </dsp:nvSpPr>
      <dsp:spPr>
        <a:xfrm>
          <a:off x="360915" y="3251728"/>
          <a:ext cx="656209" cy="6562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7DEBC3-8A75-4B2D-8D64-61A8D02D1A47}">
      <dsp:nvSpPr>
        <dsp:cNvPr id="0" name=""/>
        <dsp:cNvSpPr/>
      </dsp:nvSpPr>
      <dsp:spPr>
        <a:xfrm>
          <a:off x="1378039" y="2983279"/>
          <a:ext cx="6508660" cy="11931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271" tIns="126271" rIns="126271" bIns="12627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Helps detect unknown threats</a:t>
          </a:r>
        </a:p>
      </dsp:txBody>
      <dsp:txXfrm>
        <a:off x="1378039" y="2983279"/>
        <a:ext cx="6508660" cy="119310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612280-9E06-4D26-8253-BC13EBEF3B4C}">
      <dsp:nvSpPr>
        <dsp:cNvPr id="0" name=""/>
        <dsp:cNvSpPr/>
      </dsp:nvSpPr>
      <dsp:spPr>
        <a:xfrm>
          <a:off x="0" y="403478"/>
          <a:ext cx="4697730" cy="469773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7D1168-6962-4A8F-BC2F-3A946366BBC7}">
      <dsp:nvSpPr>
        <dsp:cNvPr id="0" name=""/>
        <dsp:cNvSpPr/>
      </dsp:nvSpPr>
      <dsp:spPr>
        <a:xfrm>
          <a:off x="446284" y="849763"/>
          <a:ext cx="1832114" cy="183211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Auto-kill malicious processes</a:t>
          </a:r>
        </a:p>
      </dsp:txBody>
      <dsp:txXfrm>
        <a:off x="535720" y="939199"/>
        <a:ext cx="1653242" cy="1653242"/>
      </dsp:txXfrm>
    </dsp:sp>
    <dsp:sp modelId="{A445C02B-C6CE-4375-86B9-EF15E68C0303}">
      <dsp:nvSpPr>
        <dsp:cNvPr id="0" name=""/>
        <dsp:cNvSpPr/>
      </dsp:nvSpPr>
      <dsp:spPr>
        <a:xfrm>
          <a:off x="2419330" y="849763"/>
          <a:ext cx="1832114" cy="183211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Cloud integration</a:t>
          </a:r>
        </a:p>
      </dsp:txBody>
      <dsp:txXfrm>
        <a:off x="2508766" y="939199"/>
        <a:ext cx="1653242" cy="1653242"/>
      </dsp:txXfrm>
    </dsp:sp>
    <dsp:sp modelId="{C2867FB8-7483-473E-AAFB-57B95849E4AD}">
      <dsp:nvSpPr>
        <dsp:cNvPr id="0" name=""/>
        <dsp:cNvSpPr/>
      </dsp:nvSpPr>
      <dsp:spPr>
        <a:xfrm>
          <a:off x="446284" y="2822809"/>
          <a:ext cx="1832114" cy="183211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Self-learning model per system</a:t>
          </a:r>
        </a:p>
      </dsp:txBody>
      <dsp:txXfrm>
        <a:off x="535720" y="2912245"/>
        <a:ext cx="1653242" cy="1653242"/>
      </dsp:txXfrm>
    </dsp:sp>
    <dsp:sp modelId="{E0B7CFD9-D77A-401D-8E29-4DED4647B458}">
      <dsp:nvSpPr>
        <dsp:cNvPr id="0" name=""/>
        <dsp:cNvSpPr/>
      </dsp:nvSpPr>
      <dsp:spPr>
        <a:xfrm>
          <a:off x="2419330" y="2822809"/>
          <a:ext cx="1832114" cy="183211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Alert system (email/notification)</a:t>
          </a:r>
        </a:p>
      </dsp:txBody>
      <dsp:txXfrm>
        <a:off x="2508766" y="2912245"/>
        <a:ext cx="1653242" cy="165324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5BBE1E-524F-4032-A6D5-9296CB7C8E99}">
      <dsp:nvSpPr>
        <dsp:cNvPr id="0" name=""/>
        <dsp:cNvSpPr/>
      </dsp:nvSpPr>
      <dsp:spPr>
        <a:xfrm>
          <a:off x="0" y="531"/>
          <a:ext cx="4045020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DF0379-16C9-4D36-A120-5BCFE47B4034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03B998-2BEA-4D46-A378-7E6E36BCC238}">
      <dsp:nvSpPr>
        <dsp:cNvPr id="0" name=""/>
        <dsp:cNvSpPr/>
      </dsp:nvSpPr>
      <dsp:spPr>
        <a:xfrm>
          <a:off x="1435590" y="531"/>
          <a:ext cx="260942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NeuroGuard = AI-powered Task Manager</a:t>
          </a:r>
        </a:p>
      </dsp:txBody>
      <dsp:txXfrm>
        <a:off x="1435590" y="531"/>
        <a:ext cx="2609429" cy="1242935"/>
      </dsp:txXfrm>
    </dsp:sp>
    <dsp:sp modelId="{540548E3-66C9-466A-9178-7A71A7727472}">
      <dsp:nvSpPr>
        <dsp:cNvPr id="0" name=""/>
        <dsp:cNvSpPr/>
      </dsp:nvSpPr>
      <dsp:spPr>
        <a:xfrm>
          <a:off x="0" y="1554201"/>
          <a:ext cx="4045020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4E9F56-4DB9-4531-93DE-F54CC952CA8B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09C38D-80BE-4473-9A26-6EFF44F17A26}">
      <dsp:nvSpPr>
        <dsp:cNvPr id="0" name=""/>
        <dsp:cNvSpPr/>
      </dsp:nvSpPr>
      <dsp:spPr>
        <a:xfrm>
          <a:off x="1435590" y="1554201"/>
          <a:ext cx="260942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Enhances system security</a:t>
          </a:r>
        </a:p>
      </dsp:txBody>
      <dsp:txXfrm>
        <a:off x="1435590" y="1554201"/>
        <a:ext cx="2609429" cy="1242935"/>
      </dsp:txXfrm>
    </dsp:sp>
    <dsp:sp modelId="{B3AC8995-33C8-4C6A-B925-462259114F80}">
      <dsp:nvSpPr>
        <dsp:cNvPr id="0" name=""/>
        <dsp:cNvSpPr/>
      </dsp:nvSpPr>
      <dsp:spPr>
        <a:xfrm>
          <a:off x="0" y="3107870"/>
          <a:ext cx="4045020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988B43-6A5F-4BB8-B8E2-C010DA3228AC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F43AD4-B630-4C64-8EAF-DC738BEF3B48}">
      <dsp:nvSpPr>
        <dsp:cNvPr id="0" name=""/>
        <dsp:cNvSpPr/>
      </dsp:nvSpPr>
      <dsp:spPr>
        <a:xfrm>
          <a:off x="1435590" y="3107870"/>
          <a:ext cx="260942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Detects unknown threats efficiently</a:t>
          </a:r>
        </a:p>
      </dsp:txBody>
      <dsp:txXfrm>
        <a:off x="1435590" y="3107870"/>
        <a:ext cx="260942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obot operating a machine">
            <a:extLst>
              <a:ext uri="{FF2B5EF4-FFF2-40B4-BE49-F238E27FC236}">
                <a16:creationId xmlns:a16="http://schemas.microsoft.com/office/drawing/2014/main" id="{0FFCE138-5D46-B3A1-313F-9DC8D9A69F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230" r="25626" b="4"/>
          <a:stretch>
            <a:fillRect/>
          </a:stretch>
        </p:blipFill>
        <p:spPr>
          <a:xfrm>
            <a:off x="4577270" y="10"/>
            <a:ext cx="4566728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49" y="328512"/>
            <a:ext cx="3967992" cy="1926726"/>
          </a:xfrm>
        </p:spPr>
        <p:txBody>
          <a:bodyPr anchor="ctr">
            <a:normAutofit/>
          </a:bodyPr>
          <a:lstStyle/>
          <a:p>
            <a:r>
              <a:rPr lang="en-US"/>
              <a:t>NeuroGuard AI 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884929"/>
            <a:ext cx="3494817" cy="3374137"/>
          </a:xfrm>
        </p:spPr>
        <p:txBody>
          <a:bodyPr anchor="ctr">
            <a:normAutofit/>
          </a:bodyPr>
          <a:lstStyle/>
          <a:p>
            <a:pPr>
              <a:defRPr sz="2400"/>
            </a:pPr>
            <a:r>
              <a:rPr lang="en-US" sz="2400"/>
              <a:t>AI-Powered Process Monitoring System</a:t>
            </a:r>
            <a:endParaRPr lang="en-US" sz="2400">
              <a:ea typeface="Calibri"/>
              <a:cs typeface="Calibri"/>
            </a:endParaRPr>
          </a:p>
          <a:p>
            <a:pPr>
              <a:defRPr sz="2400"/>
            </a:pPr>
            <a:r>
              <a:rPr lang="en-US" sz="2400"/>
              <a:t>Detects suspicious processes using Machine Learning</a:t>
            </a:r>
            <a:endParaRPr lang="en-US" sz="2400">
              <a:ea typeface="Calibri"/>
              <a:cs typeface="Calibri"/>
            </a:endParaRPr>
          </a:p>
          <a:p>
            <a:pPr>
              <a:defRPr sz="2400"/>
            </a:pPr>
            <a:r>
              <a:rPr lang="en-US" sz="2400"/>
              <a:t>Built for real-time cybersecurity</a:t>
            </a:r>
            <a:endParaRPr lang="en-US" sz="24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Problem Statement ❌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8A1A61-D94A-4E09-CC5C-7EF89BD1E6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515212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Our Solution ✅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34C4E1-D9F4-DA9A-C263-FD617C5A8D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8226078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Tech Stack 🛠️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FA34F3-4F15-D7B2-5DE9-1529C9340C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123865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System Architecture 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>
              <a:defRPr sz="2400"/>
            </a:pPr>
            <a:r>
              <a:rPr lang="en-US" sz="1700"/>
              <a:t>Data Collection → Feature Extraction → ML Model → Prediction → Dashboard</a:t>
            </a:r>
          </a:p>
          <a:p>
            <a:pPr>
              <a:defRPr sz="2400"/>
            </a:pPr>
            <a:r>
              <a:rPr lang="en-US" sz="1700"/>
              <a:t>Continuous monitoring loop every 2 seconds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770898-2B2B-8C92-1D78-9332DCC19B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092" r="47365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Machine Learning Model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pPr>
              <a:defRPr sz="2400"/>
            </a:pPr>
            <a:r>
              <a:rPr lang="en-US" sz="1700"/>
              <a:t>Isolation Forest (Unsupervised Learning)</a:t>
            </a:r>
          </a:p>
          <a:p>
            <a:pPr>
              <a:defRPr sz="2400"/>
            </a:pPr>
            <a:r>
              <a:rPr lang="en-US" sz="1700"/>
              <a:t>Learns normal behavior</a:t>
            </a:r>
          </a:p>
          <a:p>
            <a:pPr>
              <a:defRPr sz="2400"/>
            </a:pPr>
            <a:r>
              <a:rPr lang="en-US" sz="1700"/>
              <a:t>Flags unusual processes as anomalies</a:t>
            </a:r>
          </a:p>
        </p:txBody>
      </p:sp>
      <p:pic>
        <p:nvPicPr>
          <p:cNvPr id="14" name="Picture 13" descr="Sheep in bubbles">
            <a:extLst>
              <a:ext uri="{FF2B5EF4-FFF2-40B4-BE49-F238E27FC236}">
                <a16:creationId xmlns:a16="http://schemas.microsoft.com/office/drawing/2014/main" id="{2E83940E-52DB-D132-D97E-68435294BB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60" r="30458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How Detection Works 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592" y="698989"/>
            <a:ext cx="3759938" cy="5657360"/>
          </a:xfrm>
        </p:spPr>
        <p:txBody>
          <a:bodyPr anchor="ctr">
            <a:normAutofit/>
          </a:bodyPr>
          <a:lstStyle/>
          <a:p>
            <a:pPr>
              <a:defRPr sz="2400"/>
            </a:pPr>
            <a:r>
              <a:rPr lang="en-US" sz="2400"/>
              <a:t>Collect CPU, RAM usage</a:t>
            </a:r>
            <a:endParaRPr lang="en-US" sz="2400">
              <a:ea typeface="Calibri"/>
              <a:cs typeface="Calibri"/>
            </a:endParaRPr>
          </a:p>
          <a:p>
            <a:pPr>
              <a:defRPr sz="2400"/>
            </a:pPr>
            <a:r>
              <a:rPr lang="en-US" sz="2400"/>
              <a:t>Convert into numerical features</a:t>
            </a:r>
            <a:endParaRPr lang="en-US" sz="2400">
              <a:ea typeface="Calibri"/>
              <a:cs typeface="Calibri"/>
            </a:endParaRPr>
          </a:p>
          <a:p>
            <a:pPr>
              <a:defRPr sz="2400"/>
            </a:pPr>
            <a:r>
              <a:rPr lang="en-US" sz="2400"/>
              <a:t>Model predicts: Normal (1) / Suspicious (-1)</a:t>
            </a:r>
            <a:endParaRPr lang="en-US" sz="2400">
              <a:ea typeface="Calibri"/>
              <a:cs typeface="Calibri"/>
            </a:endParaRPr>
          </a:p>
        </p:txBody>
      </p:sp>
      <p:pic>
        <p:nvPicPr>
          <p:cNvPr id="5" name="Picture 4" descr="Electronic circuit board">
            <a:extLst>
              <a:ext uri="{FF2B5EF4-FFF2-40B4-BE49-F238E27FC236}">
                <a16:creationId xmlns:a16="http://schemas.microsoft.com/office/drawing/2014/main" id="{A7CE3B62-0BDE-E1B8-150A-B2E04E2B34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44" r="9371" b="-3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029DE4-3784-1777-B6DD-A9221E9F76E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7852" r="19451" b="1242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/>
              <a:t>Features ⚡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C792BF98-BC92-ECF1-CF83-B53954327F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03325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chemeClr val="bg1"/>
                </a:solidFill>
              </a:rPr>
              <a:t>Comparison ⚔️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9" y="1681544"/>
            <a:ext cx="7269480" cy="18288"/>
          </a:xfrm>
          <a:custGeom>
            <a:avLst/>
            <a:gdLst>
              <a:gd name="csX0" fmla="*/ 0 w 7269480"/>
              <a:gd name="csY0" fmla="*/ 0 h 18288"/>
              <a:gd name="csX1" fmla="*/ 733557 w 7269480"/>
              <a:gd name="csY1" fmla="*/ 0 h 18288"/>
              <a:gd name="csX2" fmla="*/ 1249029 w 7269480"/>
              <a:gd name="csY2" fmla="*/ 0 h 18288"/>
              <a:gd name="csX3" fmla="*/ 1764501 w 7269480"/>
              <a:gd name="csY3" fmla="*/ 0 h 18288"/>
              <a:gd name="csX4" fmla="*/ 2207278 w 7269480"/>
              <a:gd name="csY4" fmla="*/ 0 h 18288"/>
              <a:gd name="csX5" fmla="*/ 3013530 w 7269480"/>
              <a:gd name="csY5" fmla="*/ 0 h 18288"/>
              <a:gd name="csX6" fmla="*/ 3819781 w 7269480"/>
              <a:gd name="csY6" fmla="*/ 0 h 18288"/>
              <a:gd name="csX7" fmla="*/ 4626033 w 7269480"/>
              <a:gd name="csY7" fmla="*/ 0 h 18288"/>
              <a:gd name="csX8" fmla="*/ 5068810 w 7269480"/>
              <a:gd name="csY8" fmla="*/ 0 h 18288"/>
              <a:gd name="csX9" fmla="*/ 5656977 w 7269480"/>
              <a:gd name="csY9" fmla="*/ 0 h 18288"/>
              <a:gd name="csX10" fmla="*/ 6099755 w 7269480"/>
              <a:gd name="csY10" fmla="*/ 0 h 18288"/>
              <a:gd name="csX11" fmla="*/ 7269480 w 7269480"/>
              <a:gd name="csY11" fmla="*/ 0 h 18288"/>
              <a:gd name="csX12" fmla="*/ 7269480 w 7269480"/>
              <a:gd name="csY12" fmla="*/ 18288 h 18288"/>
              <a:gd name="csX13" fmla="*/ 6463229 w 7269480"/>
              <a:gd name="csY13" fmla="*/ 18288 h 18288"/>
              <a:gd name="csX14" fmla="*/ 6020451 w 7269480"/>
              <a:gd name="csY14" fmla="*/ 18288 h 18288"/>
              <a:gd name="csX15" fmla="*/ 5504979 w 7269480"/>
              <a:gd name="csY15" fmla="*/ 18288 h 18288"/>
              <a:gd name="csX16" fmla="*/ 4989507 w 7269480"/>
              <a:gd name="csY16" fmla="*/ 18288 h 18288"/>
              <a:gd name="csX17" fmla="*/ 4474035 w 7269480"/>
              <a:gd name="csY17" fmla="*/ 18288 h 18288"/>
              <a:gd name="csX18" fmla="*/ 3958562 w 7269480"/>
              <a:gd name="csY18" fmla="*/ 18288 h 18288"/>
              <a:gd name="csX19" fmla="*/ 3443090 w 7269480"/>
              <a:gd name="csY19" fmla="*/ 18288 h 18288"/>
              <a:gd name="csX20" fmla="*/ 2709533 w 7269480"/>
              <a:gd name="csY20" fmla="*/ 18288 h 18288"/>
              <a:gd name="csX21" fmla="*/ 2194061 w 7269480"/>
              <a:gd name="csY21" fmla="*/ 18288 h 18288"/>
              <a:gd name="csX22" fmla="*/ 1751284 w 7269480"/>
              <a:gd name="csY22" fmla="*/ 18288 h 18288"/>
              <a:gd name="csX23" fmla="*/ 1163117 w 7269480"/>
              <a:gd name="csY23" fmla="*/ 18288 h 18288"/>
              <a:gd name="csX24" fmla="*/ 0 w 7269480"/>
              <a:gd name="csY24" fmla="*/ 18288 h 18288"/>
              <a:gd name="csX25" fmla="*/ 0 w 7269480"/>
              <a:gd name="csY2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7269480" h="18288" fill="none" extrusionOk="0">
                <a:moveTo>
                  <a:pt x="0" y="0"/>
                </a:moveTo>
                <a:cubicBezTo>
                  <a:pt x="252138" y="-34015"/>
                  <a:pt x="430162" y="27723"/>
                  <a:pt x="733557" y="0"/>
                </a:cubicBezTo>
                <a:cubicBezTo>
                  <a:pt x="1036952" y="-27723"/>
                  <a:pt x="1017222" y="-19248"/>
                  <a:pt x="1249029" y="0"/>
                </a:cubicBezTo>
                <a:cubicBezTo>
                  <a:pt x="1480836" y="19248"/>
                  <a:pt x="1642747" y="25626"/>
                  <a:pt x="1764501" y="0"/>
                </a:cubicBezTo>
                <a:cubicBezTo>
                  <a:pt x="1886255" y="-25626"/>
                  <a:pt x="2079425" y="-7842"/>
                  <a:pt x="2207278" y="0"/>
                </a:cubicBezTo>
                <a:cubicBezTo>
                  <a:pt x="2335131" y="7842"/>
                  <a:pt x="2681832" y="37713"/>
                  <a:pt x="3013530" y="0"/>
                </a:cubicBezTo>
                <a:cubicBezTo>
                  <a:pt x="3345228" y="-37713"/>
                  <a:pt x="3481883" y="38779"/>
                  <a:pt x="3819781" y="0"/>
                </a:cubicBezTo>
                <a:cubicBezTo>
                  <a:pt x="4157679" y="-38779"/>
                  <a:pt x="4319607" y="-32632"/>
                  <a:pt x="4626033" y="0"/>
                </a:cubicBezTo>
                <a:cubicBezTo>
                  <a:pt x="4932459" y="32632"/>
                  <a:pt x="4944182" y="17568"/>
                  <a:pt x="5068810" y="0"/>
                </a:cubicBezTo>
                <a:cubicBezTo>
                  <a:pt x="5193438" y="-17568"/>
                  <a:pt x="5378174" y="-16107"/>
                  <a:pt x="5656977" y="0"/>
                </a:cubicBezTo>
                <a:cubicBezTo>
                  <a:pt x="5935780" y="16107"/>
                  <a:pt x="5910190" y="-15070"/>
                  <a:pt x="6099755" y="0"/>
                </a:cubicBezTo>
                <a:cubicBezTo>
                  <a:pt x="6289320" y="15070"/>
                  <a:pt x="6900837" y="-32203"/>
                  <a:pt x="7269480" y="0"/>
                </a:cubicBezTo>
                <a:cubicBezTo>
                  <a:pt x="7268614" y="7958"/>
                  <a:pt x="7270034" y="12943"/>
                  <a:pt x="7269480" y="18288"/>
                </a:cubicBezTo>
                <a:cubicBezTo>
                  <a:pt x="7078692" y="32307"/>
                  <a:pt x="6750249" y="10617"/>
                  <a:pt x="6463229" y="18288"/>
                </a:cubicBezTo>
                <a:cubicBezTo>
                  <a:pt x="6176209" y="25959"/>
                  <a:pt x="6203666" y="39135"/>
                  <a:pt x="6020451" y="18288"/>
                </a:cubicBezTo>
                <a:cubicBezTo>
                  <a:pt x="5837236" y="-2559"/>
                  <a:pt x="5688034" y="-3388"/>
                  <a:pt x="5504979" y="18288"/>
                </a:cubicBezTo>
                <a:cubicBezTo>
                  <a:pt x="5321924" y="39964"/>
                  <a:pt x="5191313" y="7061"/>
                  <a:pt x="4989507" y="18288"/>
                </a:cubicBezTo>
                <a:cubicBezTo>
                  <a:pt x="4787701" y="29515"/>
                  <a:pt x="4612238" y="34989"/>
                  <a:pt x="4474035" y="18288"/>
                </a:cubicBezTo>
                <a:cubicBezTo>
                  <a:pt x="4335832" y="1587"/>
                  <a:pt x="4094545" y="27267"/>
                  <a:pt x="3958562" y="18288"/>
                </a:cubicBezTo>
                <a:cubicBezTo>
                  <a:pt x="3822579" y="9309"/>
                  <a:pt x="3646287" y="-1530"/>
                  <a:pt x="3443090" y="18288"/>
                </a:cubicBezTo>
                <a:cubicBezTo>
                  <a:pt x="3239893" y="38106"/>
                  <a:pt x="3075699" y="9041"/>
                  <a:pt x="2709533" y="18288"/>
                </a:cubicBezTo>
                <a:cubicBezTo>
                  <a:pt x="2343367" y="27535"/>
                  <a:pt x="2428918" y="31018"/>
                  <a:pt x="2194061" y="18288"/>
                </a:cubicBezTo>
                <a:cubicBezTo>
                  <a:pt x="1959204" y="5558"/>
                  <a:pt x="1872298" y="17875"/>
                  <a:pt x="1751284" y="18288"/>
                </a:cubicBezTo>
                <a:cubicBezTo>
                  <a:pt x="1630270" y="18701"/>
                  <a:pt x="1443391" y="30083"/>
                  <a:pt x="1163117" y="18288"/>
                </a:cubicBezTo>
                <a:cubicBezTo>
                  <a:pt x="882843" y="6493"/>
                  <a:pt x="581151" y="4375"/>
                  <a:pt x="0" y="18288"/>
                </a:cubicBezTo>
                <a:cubicBezTo>
                  <a:pt x="493" y="10773"/>
                  <a:pt x="610" y="7338"/>
                  <a:pt x="0" y="0"/>
                </a:cubicBezTo>
                <a:close/>
              </a:path>
              <a:path w="7269480" h="18288" stroke="0" extrusionOk="0">
                <a:moveTo>
                  <a:pt x="0" y="0"/>
                </a:moveTo>
                <a:cubicBezTo>
                  <a:pt x="108514" y="-13627"/>
                  <a:pt x="358377" y="-21600"/>
                  <a:pt x="515472" y="0"/>
                </a:cubicBezTo>
                <a:cubicBezTo>
                  <a:pt x="672567" y="21600"/>
                  <a:pt x="740741" y="1149"/>
                  <a:pt x="958250" y="0"/>
                </a:cubicBezTo>
                <a:cubicBezTo>
                  <a:pt x="1175759" y="-1149"/>
                  <a:pt x="1323521" y="-14908"/>
                  <a:pt x="1473722" y="0"/>
                </a:cubicBezTo>
                <a:cubicBezTo>
                  <a:pt x="1623923" y="14908"/>
                  <a:pt x="1999682" y="13812"/>
                  <a:pt x="2134584" y="0"/>
                </a:cubicBezTo>
                <a:cubicBezTo>
                  <a:pt x="2269486" y="-13812"/>
                  <a:pt x="2558748" y="7617"/>
                  <a:pt x="2868140" y="0"/>
                </a:cubicBezTo>
                <a:cubicBezTo>
                  <a:pt x="3177532" y="-7617"/>
                  <a:pt x="3467796" y="3656"/>
                  <a:pt x="3674392" y="0"/>
                </a:cubicBezTo>
                <a:cubicBezTo>
                  <a:pt x="3880988" y="-3656"/>
                  <a:pt x="4101054" y="-15702"/>
                  <a:pt x="4480643" y="0"/>
                </a:cubicBezTo>
                <a:cubicBezTo>
                  <a:pt x="4860232" y="15702"/>
                  <a:pt x="4906779" y="-6670"/>
                  <a:pt x="5068810" y="0"/>
                </a:cubicBezTo>
                <a:cubicBezTo>
                  <a:pt x="5230841" y="6670"/>
                  <a:pt x="5495019" y="-21055"/>
                  <a:pt x="5802367" y="0"/>
                </a:cubicBezTo>
                <a:cubicBezTo>
                  <a:pt x="6109715" y="21055"/>
                  <a:pt x="6248383" y="9802"/>
                  <a:pt x="6463229" y="0"/>
                </a:cubicBezTo>
                <a:cubicBezTo>
                  <a:pt x="6678075" y="-9802"/>
                  <a:pt x="7063233" y="9440"/>
                  <a:pt x="7269480" y="0"/>
                </a:cubicBezTo>
                <a:cubicBezTo>
                  <a:pt x="7268794" y="7700"/>
                  <a:pt x="7268830" y="13442"/>
                  <a:pt x="7269480" y="18288"/>
                </a:cubicBezTo>
                <a:cubicBezTo>
                  <a:pt x="6950939" y="47121"/>
                  <a:pt x="6756956" y="13096"/>
                  <a:pt x="6608618" y="18288"/>
                </a:cubicBezTo>
                <a:cubicBezTo>
                  <a:pt x="6460280" y="23480"/>
                  <a:pt x="6230655" y="-1538"/>
                  <a:pt x="6020451" y="18288"/>
                </a:cubicBezTo>
                <a:cubicBezTo>
                  <a:pt x="5810247" y="38114"/>
                  <a:pt x="5619850" y="-10448"/>
                  <a:pt x="5432284" y="18288"/>
                </a:cubicBezTo>
                <a:cubicBezTo>
                  <a:pt x="5244718" y="47024"/>
                  <a:pt x="4984575" y="27926"/>
                  <a:pt x="4626033" y="18288"/>
                </a:cubicBezTo>
                <a:cubicBezTo>
                  <a:pt x="4267491" y="8650"/>
                  <a:pt x="4240108" y="40106"/>
                  <a:pt x="4110561" y="18288"/>
                </a:cubicBezTo>
                <a:cubicBezTo>
                  <a:pt x="3981014" y="-3530"/>
                  <a:pt x="3580293" y="41911"/>
                  <a:pt x="3377004" y="18288"/>
                </a:cubicBezTo>
                <a:cubicBezTo>
                  <a:pt x="3173715" y="-5335"/>
                  <a:pt x="3043404" y="10731"/>
                  <a:pt x="2934226" y="18288"/>
                </a:cubicBezTo>
                <a:cubicBezTo>
                  <a:pt x="2825048" y="25845"/>
                  <a:pt x="2427024" y="14732"/>
                  <a:pt x="2273365" y="18288"/>
                </a:cubicBezTo>
                <a:cubicBezTo>
                  <a:pt x="2119706" y="21844"/>
                  <a:pt x="1948744" y="43432"/>
                  <a:pt x="1757892" y="18288"/>
                </a:cubicBezTo>
                <a:cubicBezTo>
                  <a:pt x="1567040" y="-6856"/>
                  <a:pt x="1185958" y="10333"/>
                  <a:pt x="951641" y="18288"/>
                </a:cubicBezTo>
                <a:cubicBezTo>
                  <a:pt x="717324" y="26243"/>
                  <a:pt x="448990" y="-7235"/>
                  <a:pt x="0" y="18288"/>
                </a:cubicBezTo>
                <a:cubicBezTo>
                  <a:pt x="-4" y="9861"/>
                  <a:pt x="135" y="6082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89E4C4-497B-8913-4BCC-6A651AC06F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1813529"/>
              </p:ext>
            </p:extLst>
          </p:nvPr>
        </p:nvGraphicFramePr>
        <p:xfrm>
          <a:off x="628650" y="2004446"/>
          <a:ext cx="7886700" cy="41768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en-US" sz="4500"/>
              <a:t>Future Scope 🚀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24032B-CB98-636F-90B3-BB68AAD59B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4175354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045020" cy="1325563"/>
          </a:xfrm>
        </p:spPr>
        <p:txBody>
          <a:bodyPr>
            <a:normAutofit/>
          </a:bodyPr>
          <a:lstStyle/>
          <a:p>
            <a:r>
              <a:rPr lang="en-US"/>
              <a:t>Conclusion 🎯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80FBB3C-6F29-6CE9-5771-8CD7B2EE55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41" r="33868" b="-9"/>
          <a:stretch>
            <a:fillRect/>
          </a:stretch>
        </p:blipFill>
        <p:spPr>
          <a:xfrm>
            <a:off x="4781190" y="758514"/>
            <a:ext cx="384167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30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4696411" y="687822"/>
            <a:ext cx="4103360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86420" y="921125"/>
            <a:ext cx="593266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A68365-4D5B-F833-8505-DEEBC6C888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4981412"/>
              </p:ext>
            </p:extLst>
          </p:nvPr>
        </p:nvGraphicFramePr>
        <p:xfrm>
          <a:off x="628650" y="1825625"/>
          <a:ext cx="404502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</Words>
  <Application>Microsoft Office PowerPoint</Application>
  <PresentationFormat>On-screen Show (4:3)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NeuroGuard AI 🚀</vt:lpstr>
      <vt:lpstr>Problem Statement ❌</vt:lpstr>
      <vt:lpstr>Our Solution ✅</vt:lpstr>
      <vt:lpstr>Tech Stack 🛠️</vt:lpstr>
      <vt:lpstr>System Architecture 🧠</vt:lpstr>
      <vt:lpstr>Machine Learning Model 🤖</vt:lpstr>
      <vt:lpstr>How Detection Works 🔍</vt:lpstr>
      <vt:lpstr>Features ⚡</vt:lpstr>
      <vt:lpstr>Comparison ⚔️</vt:lpstr>
      <vt:lpstr>Future Scope 🚀</vt:lpstr>
      <vt:lpstr>Conclusion 🎯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Aditya Kumar</dc:creator>
  <cp:keywords/>
  <dc:description>generated using python-pptx</dc:description>
  <cp:lastModifiedBy>adi sharma</cp:lastModifiedBy>
  <cp:revision>1</cp:revision>
  <dcterms:created xsi:type="dcterms:W3CDTF">2013-01-27T09:14:16Z</dcterms:created>
  <dcterms:modified xsi:type="dcterms:W3CDTF">2026-04-05T00:07:35Z</dcterms:modified>
  <cp:category/>
</cp:coreProperties>
</file>